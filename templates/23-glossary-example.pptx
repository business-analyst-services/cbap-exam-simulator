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10.23  Glossary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10.23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Holds the agreed definition of business terms so that one word carries one meaning across the whole effort.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stakeholders are using the same word for different things, and the argument is really about vocabulary.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glossary defines business terms; a data dictionary defines stored data elements. Concept modelling goes further and maps the relationships between the terms.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3.4 Plan Business Analysis Information Management · 4.3 Confirm Elicitation Results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Shipment, qualified so both records can stand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Elicitation results were confirmed against this, and both records were accurate.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536192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Agreed meaning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Used by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Shipment despatched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Goods have left the warehouse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Shipment delivered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Customer has confirmed receipt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Finance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Shipment complete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Deprecated — do not use unqualified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10.23 Glossary — worked example</dc:title>
  <dc:creator>Business Analyst Services</dc:creator>
  <cp:lastModifiedBy>Business Analyst Services</cp:lastModifiedBy>
</cp:coreProperties>
</file>