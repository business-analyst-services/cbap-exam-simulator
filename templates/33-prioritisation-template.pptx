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28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10.33  Prioritisation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30" name="shape30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1" name="conn31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2" name="shape32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3" name="shape33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10.33</a:t>
            </a:r>
          </a:p>
        </p:txBody>
      </p:sp>
      <p:sp>
        <p:nvSpPr>
          <p:cNvPr id="34" name="shape34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Prioritisation — blank template</a:t>
            </a:r>
          </a:p>
        </p:txBody>
      </p:sp>
      <p:sp>
        <p:nvSpPr>
          <p:cNvPr id="35" name="shape35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Place each item in one cell only. If it fits two, the axes are not yet sharp enough.</a:t>
            </a:r>
          </a:p>
        </p:txBody>
      </p:sp>
      <p:sp>
        <p:nvSpPr>
          <p:cNvPr id="36" name="shape36"/>
          <p:cNvSpPr/>
          <p:nvPr/>
        </p:nvSpPr>
        <p:spPr>
          <a:xfrm>
            <a:off x="1828800" y="1700784"/>
            <a:ext cx="99056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Effort →</a:t>
            </a:r>
          </a:p>
        </p:txBody>
      </p:sp>
      <p:sp>
        <p:nvSpPr>
          <p:cNvPr id="37" name="shape37"/>
          <p:cNvSpPr/>
          <p:nvPr/>
        </p:nvSpPr>
        <p:spPr>
          <a:xfrm>
            <a:off x="1828800" y="1938528"/>
            <a:ext cx="495284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Low</a:t>
            </a:r>
          </a:p>
        </p:txBody>
      </p:sp>
      <p:sp>
        <p:nvSpPr>
          <p:cNvPr id="38" name="shape38"/>
          <p:cNvSpPr/>
          <p:nvPr/>
        </p:nvSpPr>
        <p:spPr>
          <a:xfrm>
            <a:off x="6781648" y="1938528"/>
            <a:ext cx="495284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High</a:t>
            </a:r>
          </a:p>
        </p:txBody>
      </p:sp>
      <p:sp>
        <p:nvSpPr>
          <p:cNvPr id="39" name="shape39"/>
          <p:cNvSpPr/>
          <p:nvPr/>
        </p:nvSpPr>
        <p:spPr>
          <a:xfrm>
            <a:off x="457200" y="22037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High</a:t>
            </a:r>
          </a:p>
        </p:txBody>
      </p:sp>
      <p:sp>
        <p:nvSpPr>
          <p:cNvPr id="40" name="shape40"/>
          <p:cNvSpPr/>
          <p:nvPr/>
        </p:nvSpPr>
        <p:spPr>
          <a:xfrm>
            <a:off x="1865376" y="2203704"/>
            <a:ext cx="487969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41" name="shape41"/>
          <p:cNvSpPr/>
          <p:nvPr/>
        </p:nvSpPr>
        <p:spPr>
          <a:xfrm>
            <a:off x="6818224" y="2203704"/>
            <a:ext cx="487969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42" name="shape42"/>
          <p:cNvSpPr/>
          <p:nvPr/>
        </p:nvSpPr>
        <p:spPr>
          <a:xfrm>
            <a:off x="457200" y="35753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Low</a:t>
            </a:r>
          </a:p>
        </p:txBody>
      </p:sp>
      <p:sp>
        <p:nvSpPr>
          <p:cNvPr id="43" name="shape43"/>
          <p:cNvSpPr/>
          <p:nvPr/>
        </p:nvSpPr>
        <p:spPr>
          <a:xfrm>
            <a:off x="1865376" y="3575304"/>
            <a:ext cx="487969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44" name="shape44"/>
          <p:cNvSpPr/>
          <p:nvPr/>
        </p:nvSpPr>
        <p:spPr>
          <a:xfrm>
            <a:off x="6818224" y="3575304"/>
            <a:ext cx="487969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45" name="shape45"/>
          <p:cNvSpPr/>
          <p:nvPr/>
        </p:nvSpPr>
        <p:spPr>
          <a:xfrm>
            <a:off x="411480" y="220370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10.33 Prioritisation — blank template</dc:title>
  <dc:creator>Business Analyst Services</dc:creator>
  <cp:lastModifiedBy>Business Analyst Services</cp:lastModifiedBy>
</cp:coreProperties>
</file>