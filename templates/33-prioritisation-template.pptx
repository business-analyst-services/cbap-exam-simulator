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28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10.33  Prioritisation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Planning, governance and tracking</a:t>
            </a:r>
          </a:p>
        </p:txBody>
      </p:sp>
      <p:sp>
        <p:nvSpPr>
          <p:cNvPr id="30" name="shape30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1" name="conn31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32" name="shape32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33" name="shape33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10.33</a:t>
            </a:r>
          </a:p>
        </p:txBody>
      </p:sp>
      <p:sp>
        <p:nvSpPr>
          <p:cNvPr id="34" name="shape34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35" name="shape35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Place each item in one cell only. If it fits two, the axes are not yet sharp enough.</a:t>
            </a:r>
          </a:p>
        </p:txBody>
      </p:sp>
      <p:sp>
        <p:nvSpPr>
          <p:cNvPr id="36" name="shape36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Orders requirements or work against agreed bases such as value, cost, risk, dependency, regulatory deadline or implementation difficulty.</a:t>
            </a:r>
          </a:p>
        </p:txBody>
      </p:sp>
      <p:sp>
        <p:nvSpPr>
          <p:cNvPr id="38" name="shape38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39" name="shape39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Prioritisation orders things you intend to do; decision analysis picks between options where some are discarded. Also watch the basis: an item where a regulatory date is in play is not decided by value.</a:t>
            </a:r>
          </a:p>
        </p:txBody>
      </p:sp>
      <p:sp>
        <p:nvSpPr>
          <p:cNvPr id="40" name="shape40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41" name="shape41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5.3 Prioritize Requirements · 5.4 Assess Requirements Changes · 6.4 Define Change Strategy</a:t>
            </a:r>
          </a:p>
        </p:txBody>
      </p:sp>
      <p:sp>
        <p:nvSpPr>
          <p:cNvPr id="42" name="shape42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Prioritisation — blank template</a:t>
            </a:r>
          </a:p>
        </p:txBody>
      </p:sp>
      <p:sp>
        <p:nvSpPr>
          <p:cNvPr id="43" name="shape43"/>
          <p:cNvSpPr/>
          <p:nvPr/>
        </p:nvSpPr>
        <p:spPr>
          <a:xfrm>
            <a:off x="4892040" y="1499616"/>
            <a:ext cx="68424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dirty="0">
                <a:solidFill>
                  <a:srgbClr val="6B6A66"/>
                </a:solidFill>
                <a:latin typeface="Aptos"/>
              </a:rPr>
              <a:t>Effort →</a:t>
            </a:r>
          </a:p>
        </p:txBody>
      </p:sp>
      <p:sp>
        <p:nvSpPr>
          <p:cNvPr id="44" name="shape44"/>
          <p:cNvSpPr/>
          <p:nvPr/>
        </p:nvSpPr>
        <p:spPr>
          <a:xfrm>
            <a:off x="4892040" y="1737360"/>
            <a:ext cx="34212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Low</a:t>
            </a:r>
          </a:p>
        </p:txBody>
      </p:sp>
      <p:sp>
        <p:nvSpPr>
          <p:cNvPr id="45" name="shape45"/>
          <p:cNvSpPr/>
          <p:nvPr/>
        </p:nvSpPr>
        <p:spPr>
          <a:xfrm>
            <a:off x="8313268" y="1737360"/>
            <a:ext cx="34212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High</a:t>
            </a:r>
          </a:p>
        </p:txBody>
      </p:sp>
      <p:sp>
        <p:nvSpPr>
          <p:cNvPr id="46" name="shape46"/>
          <p:cNvSpPr/>
          <p:nvPr/>
        </p:nvSpPr>
        <p:spPr>
          <a:xfrm>
            <a:off x="3520440" y="2002536"/>
            <a:ext cx="128016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High</a:t>
            </a:r>
          </a:p>
        </p:txBody>
      </p:sp>
      <p:sp>
        <p:nvSpPr>
          <p:cNvPr id="47" name="shape47"/>
          <p:cNvSpPr/>
          <p:nvPr/>
        </p:nvSpPr>
        <p:spPr>
          <a:xfrm>
            <a:off x="4928616" y="2002536"/>
            <a:ext cx="334807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48" name="shape48"/>
          <p:cNvSpPr/>
          <p:nvPr/>
        </p:nvSpPr>
        <p:spPr>
          <a:xfrm>
            <a:off x="8349844" y="2002536"/>
            <a:ext cx="334807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49" name="shape49"/>
          <p:cNvSpPr/>
          <p:nvPr/>
        </p:nvSpPr>
        <p:spPr>
          <a:xfrm>
            <a:off x="3520440" y="3374136"/>
            <a:ext cx="128016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Low</a:t>
            </a:r>
          </a:p>
        </p:txBody>
      </p:sp>
      <p:sp>
        <p:nvSpPr>
          <p:cNvPr id="50" name="shape50"/>
          <p:cNvSpPr/>
          <p:nvPr/>
        </p:nvSpPr>
        <p:spPr>
          <a:xfrm>
            <a:off x="4928616" y="3374136"/>
            <a:ext cx="334807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51" name="shape51"/>
          <p:cNvSpPr/>
          <p:nvPr/>
        </p:nvSpPr>
        <p:spPr>
          <a:xfrm>
            <a:off x="8349844" y="3374136"/>
            <a:ext cx="334807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52" name="shape52"/>
          <p:cNvSpPr/>
          <p:nvPr/>
        </p:nvSpPr>
        <p:spPr>
          <a:xfrm>
            <a:off x="3474720" y="2002536"/>
            <a:ext cx="1280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↑ Value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10.33 Prioritisation — blank template</dc:title>
  <dc:creator>Business Analyst Services</dc:creator>
  <cp:lastModifiedBy>Business Analyst Services</cp:lastModifiedBy>
</cp:coreProperties>
</file>