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10.24  Interface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10.24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Identifies the boundaries between the solution and everything it touches, and specifies what crosses each one.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risk sits at the seams: between systems, between organisations, or between a person and the solution.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Interface analysis defines what crosses a boundary; scope modelling defines where the boundary is. Scope first, interfaces second.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7.4 Define Requirements Architecture · 6.2 Define Future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Payments platform — what crosses each boundary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Reversal handling sits with the platform. Had it sat with core banking, rows 1, 2 and 4 would differ.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Interface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Carries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Frequency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Core banking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Both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Debit instruction, settlement confirmation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Real time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Fraud service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Out, then 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Score request, decision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Real time, blocking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Partner app 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Payment initiation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Real time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Partner app B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Payment initiation, reversal request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Real time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10.24 Interface Analysis — worked example</dc:title>
  <dc:creator>Business Analyst Services</dc:creator>
  <cp:lastModifiedBy>Business Analyst Services</cp:lastModifiedBy>
</cp:coreProperties>
</file>