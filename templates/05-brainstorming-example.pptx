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10.5  Brainstorming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10.5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Generates a wide field of ideas quickly by separating generation from judgement.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problem is that too few options are on the table, and the group has the knowledge but has not yet been asked the open question.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Brainstorming diverges; decision analysis and prioritisation converge. If the scenario already has plenty of options and needs to pick one, brainstorming is the wrong tool no matter how collaborative the setting sounds.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6.3 Assess Risks · 7.5 Define Design Options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Widening the option set for late withdrawals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1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Diverge, 12 minutes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41 ideas, no discussion, no evaluation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6142634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6325514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2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Cluster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41 ideas collapse to 9 distinct approaches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894770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9130589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3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Converge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9 approaches shortlisted to 3</a:t>
            </a:r>
          </a:p>
        </p:txBody>
      </p:sp>
      <p:sp>
        <p:nvSpPr>
          <p:cNvPr id="22" name="shape22"/>
          <p:cNvSpPr/>
          <p:nvPr/>
        </p:nvSpPr>
        <p:spPr>
          <a:xfrm>
            <a:off x="3520440" y="3017520"/>
            <a:ext cx="8214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Diverge, 12 minutes — — any critique here is ruled out of order, including agreement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10.5 Brainstorming — worked example</dc:title>
  <dc:creator>Business Analyst Services</dc:creator>
  <cp:lastModifiedBy>Business Analyst Services</cp:lastModifiedBy>
</cp:coreProperties>
</file>