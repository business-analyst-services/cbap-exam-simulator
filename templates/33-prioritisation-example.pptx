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10.33  Prioritisation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10.33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Orders requirements or work against agreed bases such as value, cost, risk, dependency, regulatory deadline or implementation difficulty.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whenever demand exceeds capacity, which is nearly always, and the sequence has to be defensible to people who lose out.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Prioritisation orders things you intend to do; decision analysis picks between options where some are discarded. Also watch the basis: an item where a regulatory date is in play is not decided by value.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5.3 Prioritize Requirements · 5.4 Assess Requirements Changes · 6.4 Define Change Strategy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Superannuation release — sequenced on constraint, not value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Value alone puts the portal first. The data fix is a dependency of the legislative change, and the legislative change has a 1 July date with a licence condition attached. Sequence: data fix, legislative change…</a:t>
            </a:r>
          </a:p>
        </p:txBody>
      </p:sp>
      <p:sp>
        <p:nvSpPr>
          <p:cNvPr id="18" name="shape18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Effort →</a:t>
            </a:r>
          </a:p>
        </p:txBody>
      </p:sp>
      <p:sp>
        <p:nvSpPr>
          <p:cNvPr id="19" name="shape19"/>
          <p:cNvSpPr/>
          <p:nvPr/>
        </p:nvSpPr>
        <p:spPr>
          <a:xfrm>
            <a:off x="4892040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20" name="shape20"/>
          <p:cNvSpPr/>
          <p:nvPr/>
        </p:nvSpPr>
        <p:spPr>
          <a:xfrm>
            <a:off x="8313268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21" name="shape21"/>
          <p:cNvSpPr/>
          <p:nvPr/>
        </p:nvSpPr>
        <p:spPr>
          <a:xfrm>
            <a:off x="3520440" y="20025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22" name="shape22"/>
          <p:cNvSpPr/>
          <p:nvPr/>
        </p:nvSpPr>
        <p:spPr>
          <a:xfrm>
            <a:off x="4928616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DO FIRST ON VALUE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Member portal redesign</a:t>
            </a:r>
          </a:p>
        </p:txBody>
      </p:sp>
      <p:sp>
        <p:nvSpPr>
          <p:cNvPr id="23" name="shape23"/>
          <p:cNvSpPr/>
          <p:nvPr/>
        </p:nvSpPr>
        <p:spPr>
          <a:xfrm>
            <a:off x="8349844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Adviser dashboard</a:t>
            </a:r>
          </a:p>
        </p:txBody>
      </p:sp>
      <p:sp>
        <p:nvSpPr>
          <p:cNvPr id="24" name="shape24"/>
          <p:cNvSpPr/>
          <p:nvPr/>
        </p:nvSpPr>
        <p:spPr>
          <a:xfrm>
            <a:off x="3520440" y="33741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25" name="shape25"/>
          <p:cNvSpPr/>
          <p:nvPr/>
        </p:nvSpPr>
        <p:spPr>
          <a:xfrm>
            <a:off x="4928616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Data quality fix</a:t>
            </a:r>
          </a:p>
        </p:txBody>
      </p:sp>
      <p:sp>
        <p:nvSpPr>
          <p:cNvPr id="26" name="shape26"/>
          <p:cNvSpPr/>
          <p:nvPr/>
        </p:nvSpPr>
        <p:spPr>
          <a:xfrm>
            <a:off x="8349844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Legislative change</a:t>
            </a:r>
          </a:p>
        </p:txBody>
      </p:sp>
      <p:sp>
        <p:nvSpPr>
          <p:cNvPr id="27" name="shape27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10.33 Prioritisation — worked example</dc:title>
  <dc:creator>Business Analyst Services</dc:creator>
  <cp:lastModifiedBy>Business Analyst Services</cp:lastModifiedBy>
</cp:coreProperties>
</file>