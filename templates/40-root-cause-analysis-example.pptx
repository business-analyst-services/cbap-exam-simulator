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10.40  Root Cause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10.40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Traces a problem back past its symptoms to the condition that produces it, using structured questioning or cause-and-effect mapping.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fix keeps failing, when the same defect recurs, or when the stated problem is plainly a symptom.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 analysis explains why the current state underperforms; it does not design the future state. An item that jumps from a recurring failure to a solution is testing whether you stopped to find the cause.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8.3 Assess Solution Limitations · 8.4 Assess Enterprise Limitations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Duplicate invoices, three occurrences, three patches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Symptom    2. Why    3. Why again    4. Root cause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Duplicate invoices issued, 3 times in 18 months</a:t>
            </a:r>
          </a:p>
        </p:txBody>
      </p:sp>
      <p:sp>
        <p:nvSpPr>
          <p:cNvPr id="19" name="shape19"/>
          <p:cNvSpPr/>
          <p:nvPr/>
        </p:nvSpPr>
        <p:spPr>
          <a:xfrm>
            <a:off x="3904488" y="1883664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Why? A batch job ran twice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3776472" y="20528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1" name="shape21"/>
          <p:cNvSpPr/>
          <p:nvPr/>
        </p:nvSpPr>
        <p:spPr>
          <a:xfrm>
            <a:off x="4288536" y="2267712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Why? The job restarted after a timeout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160520" y="24368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672584" y="2651760"/>
            <a:ext cx="7061911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Why? Restart is automatic and unconditional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4544568" y="28209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4672584" y="3035808"/>
            <a:ext cx="7061911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Why? No job writes an idempotency key — the shared cause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4544568" y="320497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3904488" y="3419856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Why? Three different jobs, each patched separately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3776472" y="35890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9" name="shape29"/>
          <p:cNvSpPr/>
          <p:nvPr/>
        </p:nvSpPr>
        <p:spPr>
          <a:xfrm>
            <a:off x="4288536" y="3803904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Why? No standard for restart safety across batch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160520" y="397306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10.40 Root Cause Analysis — worked example</dc:title>
  <dc:creator>Business Analyst Services</dc:creator>
  <cp:lastModifiedBy>Business Analyst Services</cp:lastModifiedBy>
</cp:coreProperties>
</file>