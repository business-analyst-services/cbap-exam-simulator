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10.26  Item Tracking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Planning, governance and tracking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10.26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Item Tracking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raised.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224964"/>
                <a:gridCol w="2224964"/>
                <a:gridCol w="2224964"/>
                <a:gridCol w="2224964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Raised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Concern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Type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10.26 Item Tracking — blank template</dc:title>
  <dc:creator>Business Analyst Services</dc:creator>
  <cp:lastModifiedBy>Business Analyst Services</cp:lastModifiedBy>
</cp:coreProperties>
</file>