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10.26  Item Tracking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Planning, governance and tracking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10.26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raised.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Captures and follows issues, risks, conflicts and actions through to resolution, with an owner and a status on each.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Item tracking manages open items; risk analysis assesses and responds to risk. A raised concern with no owner is an item; a quantified threat with a response strategy is a risk.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2" name="shape32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4.5 Manage Stakeholder Collaboration · 5.4 Assess Requirements Changes · 3.5 Identify Business Analysis Performance Improvements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Item Tracking — blank template</a:t>
            </a:r>
          </a:p>
        </p:txBody>
      </p:sp>
      <p:graphicFrame>
        <p:nvGraphicFramePr>
          <p:cNvPr id="34" name="table34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1459154"/>
                <a:gridCol w="1459154"/>
                <a:gridCol w="1459154"/>
                <a:gridCol w="1459154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Raised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Concern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Type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10.26 Item Tracking — blank template</dc:title>
  <dc:creator>Business Analyst Services</dc:creator>
  <cp:lastModifiedBy>Business Analyst Services</cp:lastModifiedBy>
</cp:coreProperties>
</file>