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10.14  Data Mining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10.14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pattern found.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Interrogates large data sets for patterns and relationships that were not hypothesised in advance.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mining finds the pattern; metrics and KPIs track a measure you already chose. If the scenario knows what it wants to watch, it does not need mining.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8.2 Analyze Performance Measures · 4.2 Conduct Elicitation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Data Mining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Pattern found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Holds for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Lead time to churn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10.14 Data Mining — blank template</dc:title>
  <dc:creator>Business Analyst Services</dc:creator>
  <cp:lastModifiedBy>Business Analyst Services</cp:lastModifiedBy>
</cp:coreProperties>
</file>