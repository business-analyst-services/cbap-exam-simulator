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  Benchmarking and Market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Compares the practices and results of an enterprise against peers, competitors or a recognised standard, and reads the market it operates in.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you need an outside reference point for what good looks like, or when the case for change rests on a claim about the market.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Benchmarking looks outward at others; measuring solution performance looks inward at your own. An item where the comparison target is another organisation is benchmarking, even if the words performance and measure appear in the stem.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6.2 Define Future State · 8.4 Assess Enterprise Limitations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Account opening, against the market the bank competes in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The bank improved 45% and fell further behind. Internal data alone supports the opposite conclusion.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This bank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Peer median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Best in market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Time to open, median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6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11 minutes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Applications abandoned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34%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19%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8%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Identity check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Branch visit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Digital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Digital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Four-year trend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11 days → 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5 days → 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 days → 11 min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 Benchmarking and Market Analysis — worked example</dc:title>
  <dc:creator>Business Analyst Services</dc:creator>
  <cp:lastModifiedBy>Business Analyst Services</cp:lastModifiedBy>
</cp:coreProperties>
</file>