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31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10.47  Use Cases and Scenarios</a:t>
            </a:r>
          </a:p>
        </p:txBody>
      </p:sp>
      <p:sp>
        <p:nvSpPr>
          <p:cNvPr id="32" name="shape32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33" name="shape33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4" name="conn34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5" name="shape35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6" name="shape36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10.47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Use Cases and Scenarios — blank template</a:t>
            </a:r>
          </a:p>
        </p:txBody>
      </p:sp>
      <p:sp>
        <p:nvSpPr>
          <p:cNvPr id="38" name="shape38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Actors outside the boundary, goals inside it. If an oval is not a goal an actor would name, it is not a use case.</a:t>
            </a:r>
          </a:p>
        </p:txBody>
      </p:sp>
      <p:sp>
        <p:nvSpPr>
          <p:cNvPr id="39" name="shape39"/>
          <p:cNvSpPr/>
          <p:nvPr/>
        </p:nvSpPr>
        <p:spPr>
          <a:xfrm>
            <a:off x="4541368" y="1700784"/>
            <a:ext cx="3108960" cy="3017520"/>
          </a:xfrm>
          <a:prstGeom prst="rect">
            <a:avLst/>
          </a:prstGeom>
          <a:noFill/>
          <a:ln w="9525">
            <a:solidFill>
              <a:srgbClr val="C3C2B7"/>
            </a:solidFill>
            <a:prstDash val="dash"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40" name="shape40"/>
          <p:cNvSpPr/>
          <p:nvPr/>
        </p:nvSpPr>
        <p:spPr>
          <a:xfrm>
            <a:off x="4541368" y="1719072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System</a:t>
            </a:r>
          </a:p>
        </p:txBody>
      </p:sp>
      <p:sp>
        <p:nvSpPr>
          <p:cNvPr id="41" name="shape41"/>
          <p:cNvSpPr/>
          <p:nvPr/>
        </p:nvSpPr>
        <p:spPr>
          <a:xfrm>
            <a:off x="4769968" y="1993392"/>
            <a:ext cx="2651760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endParaRPr lang="en-AU" sz="900"/>
          </a:p>
        </p:txBody>
      </p:sp>
      <p:sp>
        <p:nvSpPr>
          <p:cNvPr id="42" name="shape42"/>
          <p:cNvSpPr/>
          <p:nvPr/>
        </p:nvSpPr>
        <p:spPr>
          <a:xfrm>
            <a:off x="4769968" y="2670048"/>
            <a:ext cx="2651760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endParaRPr lang="en-AU" sz="900"/>
          </a:p>
        </p:txBody>
      </p:sp>
      <p:sp>
        <p:nvSpPr>
          <p:cNvPr id="43" name="shape43"/>
          <p:cNvSpPr/>
          <p:nvPr/>
        </p:nvSpPr>
        <p:spPr>
          <a:xfrm>
            <a:off x="4769968" y="3346704"/>
            <a:ext cx="2651760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endParaRPr lang="en-AU" sz="900"/>
          </a:p>
        </p:txBody>
      </p:sp>
      <p:sp>
        <p:nvSpPr>
          <p:cNvPr id="44" name="shape44"/>
          <p:cNvSpPr/>
          <p:nvPr/>
        </p:nvSpPr>
        <p:spPr>
          <a:xfrm>
            <a:off x="4769968" y="4023360"/>
            <a:ext cx="2651760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endParaRPr lang="en-AU" sz="900"/>
          </a:p>
        </p:txBody>
      </p:sp>
      <p:sp>
        <p:nvSpPr>
          <p:cNvPr id="45" name="shape45"/>
          <p:cNvSpPr/>
          <p:nvPr/>
        </p:nvSpPr>
        <p:spPr>
          <a:xfrm>
            <a:off x="457200" y="2066544"/>
            <a:ext cx="1371600" cy="502920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Actor</a:t>
            </a:r>
          </a:p>
        </p:txBody>
      </p:sp>
      <p:sp>
        <p:nvSpPr>
          <p:cNvPr id="46" name="shape46"/>
          <p:cNvSpPr/>
          <p:nvPr/>
        </p:nvSpPr>
        <p:spPr>
          <a:xfrm>
            <a:off x="457200" y="3346704"/>
            <a:ext cx="1371600" cy="502920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Actor</a:t>
            </a:r>
          </a:p>
        </p:txBody>
      </p:sp>
      <p:sp>
        <p:nvSpPr>
          <p:cNvPr id="47" name="shape47"/>
          <p:cNvSpPr/>
          <p:nvPr/>
        </p:nvSpPr>
        <p:spPr>
          <a:xfrm>
            <a:off x="10362895" y="2066544"/>
            <a:ext cx="1371600" cy="502920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Actor</a:t>
            </a:r>
          </a:p>
        </p:txBody>
      </p:sp>
      <p:cxnSp>
        <p:nvCxnSpPr>
          <p:cNvPr id="48" name="conn48"/>
          <p:cNvCxnSpPr/>
          <p:nvPr/>
        </p:nvCxnSpPr>
        <p:spPr>
          <a:xfrm flipV="1">
            <a:off x="1828800" y="2276856"/>
            <a:ext cx="2804008" cy="36576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cxnSp>
        <p:nvCxnSpPr>
          <p:cNvPr id="49" name="conn49"/>
          <p:cNvCxnSpPr/>
          <p:nvPr/>
        </p:nvCxnSpPr>
        <p:spPr>
          <a:xfrm>
            <a:off x="1828800" y="2313432"/>
            <a:ext cx="2804008" cy="1316736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cxnSp>
        <p:nvCxnSpPr>
          <p:cNvPr id="50" name="conn50"/>
          <p:cNvCxnSpPr/>
          <p:nvPr/>
        </p:nvCxnSpPr>
        <p:spPr>
          <a:xfrm flipH="1">
            <a:off x="7558888" y="2313432"/>
            <a:ext cx="2804008" cy="640080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cxnSp>
        <p:nvCxnSpPr>
          <p:cNvPr id="51" name="conn51"/>
          <p:cNvCxnSpPr/>
          <p:nvPr/>
        </p:nvCxnSpPr>
        <p:spPr>
          <a:xfrm>
            <a:off x="1828800" y="3593592"/>
            <a:ext cx="2804008" cy="713232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10.47 Use Cases and Scenarios — blank template</dc:title>
  <dc:creator>Business Analyst Services</dc:creator>
  <cp:lastModifiedBy>Business Analyst Services</cp:lastModifiedBy>
</cp:coreProperties>
</file>