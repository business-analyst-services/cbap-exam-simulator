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10.46  SWOT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10.46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Sorts internal strengths and weaknesses against external opportunities and threats to read the organisation's position.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early in strategy analysis, when the case for change has to be located in the organisation's actual position.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The axis that trips people is internal versus external. A capability the organisation lacks is a weakness, not a threat; a competitor exploiting that lack is the threat.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6.2 Define Future State · 6.4 Define Change Strategy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Regional airline, with the three misplaced entries corrected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Lacking a capability is a weakness. A competitor exploiting that lack is the threat.</a:t>
            </a:r>
          </a:p>
        </p:txBody>
      </p:sp>
      <p:sp>
        <p:nvSpPr>
          <p:cNvPr id="18" name="shape18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Nature →</a:t>
            </a:r>
          </a:p>
        </p:txBody>
      </p:sp>
      <p:sp>
        <p:nvSpPr>
          <p:cNvPr id="19" name="shape19"/>
          <p:cNvSpPr/>
          <p:nvPr/>
        </p:nvSpPr>
        <p:spPr>
          <a:xfrm>
            <a:off x="4892040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Helpful</a:t>
            </a:r>
          </a:p>
        </p:txBody>
      </p:sp>
      <p:sp>
        <p:nvSpPr>
          <p:cNvPr id="20" name="shape20"/>
          <p:cNvSpPr/>
          <p:nvPr/>
        </p:nvSpPr>
        <p:spPr>
          <a:xfrm>
            <a:off x="8313268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Harmful</a:t>
            </a:r>
          </a:p>
        </p:txBody>
      </p:sp>
      <p:sp>
        <p:nvSpPr>
          <p:cNvPr id="21" name="shape21"/>
          <p:cNvSpPr/>
          <p:nvPr/>
        </p:nvSpPr>
        <p:spPr>
          <a:xfrm>
            <a:off x="3520440" y="20025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Internal</a:t>
            </a:r>
          </a:p>
        </p:txBody>
      </p:sp>
      <p:sp>
        <p:nvSpPr>
          <p:cNvPr id="22" name="shape22"/>
          <p:cNvSpPr/>
          <p:nvPr/>
        </p:nvSpPr>
        <p:spPr>
          <a:xfrm>
            <a:off x="4928616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STRENGTHS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Strong regional brand recognition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Slot holdings at two capital airports</a:t>
            </a:r>
          </a:p>
        </p:txBody>
      </p:sp>
      <p:sp>
        <p:nvSpPr>
          <p:cNvPr id="23" name="shape23"/>
          <p:cNvSpPr/>
          <p:nvPr/>
        </p:nvSpPr>
        <p:spPr>
          <a:xfrm>
            <a:off x="8349844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WEAKNESSES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No digital booking capability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Ageing fleet, high maintenance cost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33741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External</a:t>
            </a:r>
          </a:p>
        </p:txBody>
      </p:sp>
      <p:sp>
        <p:nvSpPr>
          <p:cNvPr id="25" name="shape25"/>
          <p:cNvSpPr/>
          <p:nvPr/>
        </p:nvSpPr>
        <p:spPr>
          <a:xfrm>
            <a:off x="4928616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OPPORTUNITIES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Regional route subsidies extended to 2029</a:t>
            </a:r>
          </a:p>
        </p:txBody>
      </p:sp>
      <p:sp>
        <p:nvSpPr>
          <p:cNvPr id="26" name="shape26"/>
          <p:cNvSpPr/>
          <p:nvPr/>
        </p:nvSpPr>
        <p:spPr>
          <a:xfrm>
            <a:off x="8349844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THREATS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Competitor launching direct routes</a:t>
            </a:r>
          </a:p>
        </p:txBody>
      </p:sp>
      <p:sp>
        <p:nvSpPr>
          <p:cNvPr id="27" name="shape27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Origin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10.46 SWOT Analysis — worked example</dc:title>
  <dc:creator>Business Analyst Services</dc:creator>
  <cp:lastModifiedBy>Business Analyst Services</cp:lastModifiedBy>
</cp:coreProperties>
</file>