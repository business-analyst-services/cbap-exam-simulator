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10.47  Use Cases and Scenarios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10.47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Describes how an actor interacts with a solution to achieve a goal, including the main flow and the alternatives and exceptions.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interaction between an actor and the solution, including everything that can go wrong in it, is the substance of the requirement.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use case is goal-oriented interaction with the solution; a process model is the flow of business work. Use cases carry alternate and exception flows, which is usually the discriminating detail in a stem.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7.3 Validate Requirements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Renew a licence online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Each oval carries a main flow plus its alternates and exceptions: expired card, resumed next day, suspended licence, payment timing out after the debit.</a:t>
            </a:r>
          </a:p>
        </p:txBody>
      </p:sp>
      <p:sp>
        <p:nvSpPr>
          <p:cNvPr id="18" name="shape18"/>
          <p:cNvSpPr/>
          <p:nvPr/>
        </p:nvSpPr>
        <p:spPr>
          <a:xfrm>
            <a:off x="6072988" y="1499616"/>
            <a:ext cx="3108960" cy="3017520"/>
          </a:xfrm>
          <a:prstGeom prst="rect">
            <a:avLst/>
          </a:prstGeom>
          <a:noFill/>
          <a:ln w="9525">
            <a:solidFill>
              <a:srgbClr val="C3C2B7"/>
            </a:solidFill>
            <a:prstDash val="dash"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9" name="shape19"/>
          <p:cNvSpPr/>
          <p:nvPr/>
        </p:nvSpPr>
        <p:spPr>
          <a:xfrm>
            <a:off x="6072988" y="1517904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Licensing portal</a:t>
            </a:r>
          </a:p>
        </p:txBody>
      </p:sp>
      <p:sp>
        <p:nvSpPr>
          <p:cNvPr id="20" name="shape20"/>
          <p:cNvSpPr/>
          <p:nvPr/>
        </p:nvSpPr>
        <p:spPr>
          <a:xfrm>
            <a:off x="6301588" y="1792224"/>
            <a:ext cx="2651760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Renew a licence</a:t>
            </a:r>
          </a:p>
        </p:txBody>
      </p:sp>
      <p:sp>
        <p:nvSpPr>
          <p:cNvPr id="21" name="shape21"/>
          <p:cNvSpPr/>
          <p:nvPr/>
        </p:nvSpPr>
        <p:spPr>
          <a:xfrm>
            <a:off x="6301588" y="2468880"/>
            <a:ext cx="2651760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Pay renewal fee</a:t>
            </a:r>
          </a:p>
        </p:txBody>
      </p:sp>
      <p:sp>
        <p:nvSpPr>
          <p:cNvPr id="22" name="shape22"/>
          <p:cNvSpPr/>
          <p:nvPr/>
        </p:nvSpPr>
        <p:spPr>
          <a:xfrm>
            <a:off x="6301588" y="3145536"/>
            <a:ext cx="2651760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Verify identity</a:t>
            </a:r>
          </a:p>
        </p:txBody>
      </p:sp>
      <p:sp>
        <p:nvSpPr>
          <p:cNvPr id="23" name="shape23"/>
          <p:cNvSpPr/>
          <p:nvPr/>
        </p:nvSpPr>
        <p:spPr>
          <a:xfrm>
            <a:off x="6301588" y="3822192"/>
            <a:ext cx="2651760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0B0B0B"/>
                </a:solidFill>
                <a:latin typeface="Aptos"/>
              </a:rPr>
              <a:t>Refuse renewal</a:t>
            </a:r>
          </a:p>
        </p:txBody>
      </p:sp>
      <p:sp>
        <p:nvSpPr>
          <p:cNvPr id="24" name="shape24"/>
          <p:cNvSpPr/>
          <p:nvPr/>
        </p:nvSpPr>
        <p:spPr>
          <a:xfrm>
            <a:off x="3520440" y="1865376"/>
            <a:ext cx="1371600" cy="502920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Licence holder</a:t>
            </a:r>
          </a:p>
        </p:txBody>
      </p:sp>
      <p:sp>
        <p:nvSpPr>
          <p:cNvPr id="25" name="shape25"/>
          <p:cNvSpPr/>
          <p:nvPr/>
        </p:nvSpPr>
        <p:spPr>
          <a:xfrm>
            <a:off x="3520440" y="3145536"/>
            <a:ext cx="1371600" cy="502920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Registry officer</a:t>
            </a:r>
          </a:p>
        </p:txBody>
      </p:sp>
      <p:sp>
        <p:nvSpPr>
          <p:cNvPr id="26" name="shape26"/>
          <p:cNvSpPr/>
          <p:nvPr/>
        </p:nvSpPr>
        <p:spPr>
          <a:xfrm>
            <a:off x="10362895" y="1865376"/>
            <a:ext cx="1371600" cy="502920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Payment gateway</a:t>
            </a:r>
          </a:p>
        </p:txBody>
      </p:sp>
      <p:cxnSp>
        <p:nvCxnSpPr>
          <p:cNvPr id="27" name="conn27"/>
          <p:cNvCxnSpPr/>
          <p:nvPr/>
        </p:nvCxnSpPr>
        <p:spPr>
          <a:xfrm flipV="1">
            <a:off x="4892040" y="2075688"/>
            <a:ext cx="1272388" cy="36576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cxnSp>
        <p:nvCxnSpPr>
          <p:cNvPr id="28" name="conn28"/>
          <p:cNvCxnSpPr/>
          <p:nvPr/>
        </p:nvCxnSpPr>
        <p:spPr>
          <a:xfrm>
            <a:off x="4892040" y="2112264"/>
            <a:ext cx="1272388" cy="1316736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cxnSp>
        <p:nvCxnSpPr>
          <p:cNvPr id="29" name="conn29"/>
          <p:cNvCxnSpPr/>
          <p:nvPr/>
        </p:nvCxnSpPr>
        <p:spPr>
          <a:xfrm flipH="1">
            <a:off x="9090508" y="2112264"/>
            <a:ext cx="1272388" cy="640080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cxnSp>
        <p:nvCxnSpPr>
          <p:cNvPr id="30" name="conn30"/>
          <p:cNvCxnSpPr/>
          <p:nvPr/>
        </p:nvCxnSpPr>
        <p:spPr>
          <a:xfrm>
            <a:off x="4892040" y="3392424"/>
            <a:ext cx="1272388" cy="713232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10.47 Use Cases and Scenarios — worked example</dc:title>
  <dc:creator>Business Analyst Services</dc:creator>
  <cp:lastModifiedBy>Business Analyst Services</cp:lastModifiedBy>
</cp:coreProperties>
</file>