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19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10.45  Survey or Questionnaire</a:t>
            </a:r>
          </a:p>
        </p:txBody>
      </p:sp>
      <p:sp>
        <p:nvSpPr>
          <p:cNvPr id="20" name="shape20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Elicitation and collaboration</a:t>
            </a:r>
          </a:p>
        </p:txBody>
      </p:sp>
      <p:sp>
        <p:nvSpPr>
          <p:cNvPr id="21" name="shape21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4" name="shape24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10.45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One row per question.</a:t>
            </a:r>
          </a:p>
        </p:txBody>
      </p:sp>
      <p:sp>
        <p:nvSpPr>
          <p:cNvPr id="27" name="shape27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28" name="shape28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Collects information from many respondents through a structured instrument, closed for measurement or open for exploration.</a:t>
            </a:r>
          </a:p>
        </p:txBody>
      </p:sp>
      <p:sp>
        <p:nvSpPr>
          <p:cNvPr id="29" name="shape29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30" name="shape30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Surveys give breadth without depth and cannot ask the follow-up question. Items where the sample is self-selected, or the response rate is poor, are testing whether you treat the result as evidence or as a signal to go and interview.</a:t>
            </a:r>
          </a:p>
        </p:txBody>
      </p:sp>
      <p:sp>
        <p:nvSpPr>
          <p:cNvPr id="31" name="shape31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32" name="shape32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4.2 Conduct Elicitation · 8.1 Measure Solution Performance · 6.1 Analyze Current State</a:t>
            </a:r>
          </a:p>
        </p:txBody>
      </p:sp>
      <p:sp>
        <p:nvSpPr>
          <p:cNvPr id="33" name="shape33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Survey or Questionnaire — blank template</a:t>
            </a:r>
          </a:p>
        </p:txBody>
      </p:sp>
      <p:graphicFrame>
        <p:nvGraphicFramePr>
          <p:cNvPr id="34" name="table34"/>
          <p:cNvGraphicFramePr>
            <a:graphicFrameLocks noGrp="1"/>
          </p:cNvGraphicFramePr>
          <p:nvPr/>
        </p:nvGraphicFramePr>
        <p:xfrm>
          <a:off x="3520440" y="1499616"/>
          <a:ext cx="821405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18308"/>
                <a:gridCol w="291830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Question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Guards against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10.45 Survey or Questionnaire — blank template</dc:title>
  <dc:creator>Business Analyst Services</dc:creator>
  <cp:lastModifiedBy>Business Analyst Services</cp:lastModifiedBy>
</cp:coreProperties>
</file>