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hape19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10.45  Survey or Questionnaire</a:t>
            </a:r>
          </a:p>
        </p:txBody>
      </p:sp>
      <p:sp>
        <p:nvSpPr>
          <p:cNvPr id="20" name="shape20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Elicitation and collaboration</a:t>
            </a:r>
          </a:p>
        </p:txBody>
      </p:sp>
      <p:sp>
        <p:nvSpPr>
          <p:cNvPr id="21" name="shape21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22" name="conn22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23" name="shape23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24" name="shape24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10.45</a:t>
            </a:r>
          </a:p>
        </p:txBody>
      </p:sp>
      <p:sp>
        <p:nvSpPr>
          <p:cNvPr id="25" name="shape25"/>
          <p:cNvSpPr/>
          <p:nvPr/>
        </p:nvSpPr>
        <p:spPr>
          <a:xfrm>
            <a:off x="457200" y="1207008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250" b="1" dirty="0">
                <a:solidFill>
                  <a:srgbClr val="184F95"/>
                </a:solidFill>
                <a:latin typeface="Aptos"/>
              </a:rPr>
              <a:t>Survey or Questionnaire — blank template</a:t>
            </a:r>
          </a:p>
        </p:txBody>
      </p:sp>
      <p:sp>
        <p:nvSpPr>
          <p:cNvPr id="26" name="shape26"/>
          <p:cNvSpPr/>
          <p:nvPr/>
        </p:nvSpPr>
        <p:spPr>
          <a:xfrm>
            <a:off x="457200" y="6089904"/>
            <a:ext cx="11277295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50" dirty="0">
                <a:solidFill>
                  <a:srgbClr val="6B6A66"/>
                </a:solidFill>
                <a:latin typeface="Aptos"/>
              </a:rPr>
              <a:t>One row per question.</a:t>
            </a:r>
          </a:p>
        </p:txBody>
      </p:sp>
      <p:graphicFrame>
        <p:nvGraphicFramePr>
          <p:cNvPr id="27" name="table27"/>
          <p:cNvGraphicFramePr>
            <a:graphicFrameLocks noGrp="1"/>
          </p:cNvGraphicFramePr>
          <p:nvPr/>
        </p:nvGraphicFramePr>
        <p:xfrm>
          <a:off x="457200" y="1700784"/>
          <a:ext cx="11277295" cy="3840480"/>
        </p:xfrm>
        <a:graphic>
          <a:graphicData uri="http://schemas.openxmlformats.org/drawingml/2006/table">
            <a:tbl>
              <a:tblPr firstRow="1" bandRow="1"/>
              <a:tblGrid>
                <a:gridCol w="2377440"/>
                <a:gridCol w="4449928"/>
                <a:gridCol w="4449928"/>
              </a:tblGrid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Question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Type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r>
                        <a:rPr lang="en-AU" sz="800" b="1" dirty="0">
                          <a:solidFill>
                            <a:srgbClr val="FFFFFF"/>
                          </a:solidFill>
                          <a:latin typeface="Aptos"/>
                        </a:rPr>
                        <a:t>Guards against</a:t>
                      </a:r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2A78D6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AFAF8"/>
                    </a:solidFill>
                  </a:tcPr>
                </a:tc>
              </a:tr>
              <a:tr h="384048"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4008" rIns="64008" tIns="27432" bIns="27432"/>
                    <a:lstStyle/>
                    <a:p>
                      <a:pPr algn="l"/>
                      <a:endParaRPr lang="en-AU" sz="800"/>
                    </a:p>
                  </a:txBody>
                  <a:tcPr marL="54864" marR="54864" marT="27432" marB="27432" anchor="ctr">
                    <a:lnL w="6350">
                      <a:solidFill>
                        <a:srgbClr val="D9D8D0"/>
                      </a:solidFill>
                    </a:lnL>
                    <a:lnR w="6350">
                      <a:solidFill>
                        <a:srgbClr val="D9D8D0"/>
                      </a:solidFill>
                    </a:lnR>
                    <a:lnT w="6350">
                      <a:solidFill>
                        <a:srgbClr val="D9D8D0"/>
                      </a:solidFill>
                    </a:lnT>
                    <a:lnB w="6350">
                      <a:solidFill>
                        <a:srgbClr val="D9D8D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10.45 Survey or Questionnaire — blank template</dc:title>
  <dc:creator>Business Analyst Services</dc:creator>
  <cp:lastModifiedBy>Business Analyst Services</cp:lastModifiedBy>
</cp:coreProperties>
</file>