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36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10.32  Organisational Modelling</a:t>
            </a:r>
          </a:p>
        </p:txBody>
      </p:sp>
      <p:sp>
        <p:nvSpPr>
          <p:cNvPr id="37" name="shape37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Strategy and discovery</a:t>
            </a:r>
          </a:p>
        </p:txBody>
      </p:sp>
      <p:sp>
        <p:nvSpPr>
          <p:cNvPr id="38" name="shape38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39" name="conn39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40" name="shape40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41" name="shape41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10.32</a:t>
            </a:r>
          </a:p>
        </p:txBody>
      </p:sp>
      <p:sp>
        <p:nvSpPr>
          <p:cNvPr id="42" name="shape42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43" name="shape43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Placeholders name the level, not the content. Two branches shown; add as many as the subject needs.</a:t>
            </a:r>
          </a:p>
        </p:txBody>
      </p:sp>
      <p:sp>
        <p:nvSpPr>
          <p:cNvPr id="44" name="shape44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45" name="shape45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Describes the units, roles, reporting lines and interactions that make up an organisation, and where responsibility actually sits.</a:t>
            </a:r>
          </a:p>
        </p:txBody>
      </p:sp>
      <p:sp>
        <p:nvSpPr>
          <p:cNvPr id="46" name="shape46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47" name="shape47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Organisational modelling maps structure and responsibility; a stakeholder map positions people by influence and interest for engagement purposes. Structure versus engagement is the split.</a:t>
            </a:r>
          </a:p>
        </p:txBody>
      </p:sp>
      <p:sp>
        <p:nvSpPr>
          <p:cNvPr id="48" name="shape48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49" name="shape49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6.1 Analyze Current State · 6.2 Define Future State · 3.2 Plan Stakeholder Engagement</a:t>
            </a:r>
          </a:p>
        </p:txBody>
      </p:sp>
      <p:sp>
        <p:nvSpPr>
          <p:cNvPr id="50" name="shape50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Organisational Modelling — blank template</a:t>
            </a:r>
          </a:p>
        </p:txBody>
      </p:sp>
      <p:sp>
        <p:nvSpPr>
          <p:cNvPr id="51" name="shape51"/>
          <p:cNvSpPr/>
          <p:nvPr/>
        </p:nvSpPr>
        <p:spPr>
          <a:xfrm>
            <a:off x="3520440" y="1280160"/>
            <a:ext cx="8214055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1. Division    2. Unit    3. Decision right</a:t>
            </a:r>
          </a:p>
        </p:txBody>
      </p:sp>
      <p:sp>
        <p:nvSpPr>
          <p:cNvPr id="52" name="shape52"/>
          <p:cNvSpPr/>
          <p:nvPr/>
        </p:nvSpPr>
        <p:spPr>
          <a:xfrm>
            <a:off x="3520440" y="1499616"/>
            <a:ext cx="8214055" cy="338328"/>
          </a:xfrm>
          <a:prstGeom prst="roundRect">
            <a:avLst>
              <a:gd name="adj" fmla="val 8000"/>
            </a:avLst>
          </a:prstGeom>
          <a:solidFill>
            <a:srgbClr val="E9F1FD"/>
          </a:solidFill>
          <a:ln w="9525">
            <a:solidFill>
              <a:srgbClr val="2A78D6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Division</a:t>
            </a:r>
          </a:p>
        </p:txBody>
      </p:sp>
      <p:sp>
        <p:nvSpPr>
          <p:cNvPr id="53" name="shape53"/>
          <p:cNvSpPr/>
          <p:nvPr/>
        </p:nvSpPr>
        <p:spPr>
          <a:xfrm>
            <a:off x="3904488" y="1883664"/>
            <a:ext cx="7830007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Unit</a:t>
            </a:r>
          </a:p>
        </p:txBody>
      </p:sp>
      <p:cxnSp>
        <p:nvCxnSpPr>
          <p:cNvPr id="54" name="conn54"/>
          <p:cNvCxnSpPr/>
          <p:nvPr/>
        </p:nvCxnSpPr>
        <p:spPr>
          <a:xfrm>
            <a:off x="3776472" y="2052828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5" name="shape55"/>
          <p:cNvSpPr/>
          <p:nvPr/>
        </p:nvSpPr>
        <p:spPr>
          <a:xfrm>
            <a:off x="4288536" y="2267712"/>
            <a:ext cx="7445959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Decision right</a:t>
            </a:r>
          </a:p>
        </p:txBody>
      </p:sp>
      <p:cxnSp>
        <p:nvCxnSpPr>
          <p:cNvPr id="56" name="conn56"/>
          <p:cNvCxnSpPr/>
          <p:nvPr/>
        </p:nvCxnSpPr>
        <p:spPr>
          <a:xfrm>
            <a:off x="4160520" y="2436876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7" name="shape57"/>
          <p:cNvSpPr/>
          <p:nvPr/>
        </p:nvSpPr>
        <p:spPr>
          <a:xfrm>
            <a:off x="4288536" y="2651760"/>
            <a:ext cx="7445959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Decision right</a:t>
            </a:r>
          </a:p>
        </p:txBody>
      </p:sp>
      <p:cxnSp>
        <p:nvCxnSpPr>
          <p:cNvPr id="58" name="conn58"/>
          <p:cNvCxnSpPr/>
          <p:nvPr/>
        </p:nvCxnSpPr>
        <p:spPr>
          <a:xfrm>
            <a:off x="4160520" y="2820924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9" name="shape59"/>
          <p:cNvSpPr/>
          <p:nvPr/>
        </p:nvSpPr>
        <p:spPr>
          <a:xfrm>
            <a:off x="3904488" y="3035808"/>
            <a:ext cx="7830007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Unit</a:t>
            </a:r>
          </a:p>
        </p:txBody>
      </p:sp>
      <p:cxnSp>
        <p:nvCxnSpPr>
          <p:cNvPr id="60" name="conn60"/>
          <p:cNvCxnSpPr/>
          <p:nvPr/>
        </p:nvCxnSpPr>
        <p:spPr>
          <a:xfrm>
            <a:off x="3776472" y="3204972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61" name="shape61"/>
          <p:cNvSpPr/>
          <p:nvPr/>
        </p:nvSpPr>
        <p:spPr>
          <a:xfrm>
            <a:off x="4288536" y="3419856"/>
            <a:ext cx="7445959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Decision right</a:t>
            </a:r>
          </a:p>
        </p:txBody>
      </p:sp>
      <p:cxnSp>
        <p:nvCxnSpPr>
          <p:cNvPr id="62" name="conn62"/>
          <p:cNvCxnSpPr/>
          <p:nvPr/>
        </p:nvCxnSpPr>
        <p:spPr>
          <a:xfrm>
            <a:off x="4160520" y="3589020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63" name="shape63"/>
          <p:cNvSpPr/>
          <p:nvPr/>
        </p:nvSpPr>
        <p:spPr>
          <a:xfrm>
            <a:off x="4288536" y="3803904"/>
            <a:ext cx="7445959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Decision right</a:t>
            </a:r>
          </a:p>
        </p:txBody>
      </p:sp>
      <p:cxnSp>
        <p:nvCxnSpPr>
          <p:cNvPr id="64" name="conn64"/>
          <p:cNvCxnSpPr/>
          <p:nvPr/>
        </p:nvCxnSpPr>
        <p:spPr>
          <a:xfrm>
            <a:off x="4160520" y="3973068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10.32 Organisational Modelling — blank template</dc:title>
  <dc:creator>Business Analyst Services</dc:creator>
  <cp:lastModifiedBy>Business Analyst Services</cp:lastModifiedBy>
</cp:coreProperties>
</file>