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10.12  Data Dictionary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10.12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element.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Records the standard definition of each data element: its meaning, format, allowed values and composition.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data dictionary defines elements; a glossary defines business terms. If the disputed word is a business concept rather than a stored field, the answer is glossary.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3.4 Plan Business Analysis Information Management</a:t>
            </a:r>
          </a:p>
        </p:txBody>
      </p:sp>
      <p:sp>
        <p:nvSpPr>
          <p:cNvPr id="33" name="shape3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Data Dictionary — blank template</a:t>
            </a:r>
          </a:p>
        </p:txBody>
      </p:sp>
      <p:graphicFrame>
        <p:nvGraphicFramePr>
          <p:cNvPr id="34" name="table34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1459154"/>
                <a:gridCol w="1459154"/>
                <a:gridCol w="1459154"/>
                <a:gridCol w="1459154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Element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Set by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Type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Permitted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Mandatory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10.12 Data Dictionary — blank template</dc:title>
  <dc:creator>Business Analyst Services</dc:creator>
  <cp:lastModifiedBy>Business Analyst Services</cp:lastModifiedBy>
</cp:coreProperties>
</file>