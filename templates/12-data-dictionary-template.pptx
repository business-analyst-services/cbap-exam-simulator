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10.12  Data Dictionary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10.12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Data Dictionary — blank template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One row per element.</a:t>
            </a:r>
          </a:p>
        </p:txBody>
      </p:sp>
      <p:graphicFrame>
        <p:nvGraphicFramePr>
          <p:cNvPr id="27" name="table27"/>
          <p:cNvGraphicFramePr>
            <a:graphicFrameLocks noGrp="1"/>
          </p:cNvGraphicFramePr>
          <p:nvPr/>
        </p:nvGraphicFramePr>
        <p:xfrm>
          <a:off x="457200" y="1700784"/>
          <a:ext cx="1127729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224964"/>
                <a:gridCol w="2224964"/>
                <a:gridCol w="2224964"/>
                <a:gridCol w="2224964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Set by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Permitted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Mandatory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10.12 Data Dictionary — blank template</dc:title>
  <dc:creator>Business Analyst Services</dc:creator>
  <cp:lastModifiedBy>Business Analyst Services</cp:lastModifiedBy>
</cp:coreProperties>
</file>