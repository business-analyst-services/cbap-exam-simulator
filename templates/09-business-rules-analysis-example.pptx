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10.9  Business Rules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10.9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Draws out the rules that constrain or guide behaviour and states them so they can be governed and changed independently of the process that applies them.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policy changes more often than process, or when the same rule is buried in several systems and nobody can say which version is current.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rule is a constraint on behaviour; a requirement is something the solution must do. Items where a policy is being restated as a system function are testing whether you keep the rule separate from the process that invokes it.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Licensing eligibility, held apart from the assessment workflow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Eleven amendments in three years. Held in workflow code, each one would be a release.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Statement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Last changed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ELIG-01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An applicant with an unpaid penalty may not be granted a licence.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Mar 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ELIG-02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Applicants under 18 require a nominated supervisor.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Nov 2025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ELIG-04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 refusal within 12 months requires panel referral.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Jun 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ELIG-07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Interstate licences are recognised if issued after 2019.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Jun 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10.9 Business Rules Analysis — worked example</dc:title>
  <dc:creator>Business Analyst Services</dc:creator>
  <cp:lastModifiedBy>Business Analyst Services</cp:lastModifiedBy>
</cp:coreProperties>
</file>