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3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10.29  Mind Mapping</a:t>
            </a:r>
          </a:p>
        </p:txBody>
      </p:sp>
      <p:sp>
        <p:nvSpPr>
          <p:cNvPr id="40" name="shape4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1" name="shape4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42" name="conn4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43" name="shape4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44" name="shape4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10.29</a:t>
            </a:r>
          </a:p>
        </p:txBody>
      </p:sp>
      <p:sp>
        <p:nvSpPr>
          <p:cNvPr id="45" name="shape4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46" name="shape4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Placeholders name the level, not the content. Two branches shown; add as many as the subject needs.</a:t>
            </a:r>
          </a:p>
        </p:txBody>
      </p:sp>
      <p:sp>
        <p:nvSpPr>
          <p:cNvPr id="47" name="shape4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48" name="shape4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Organises ideas radially around a central concept to expose structure and association during thinking.</a:t>
            </a:r>
          </a:p>
        </p:txBody>
      </p:sp>
      <p:sp>
        <p:nvSpPr>
          <p:cNvPr id="49" name="shape4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50" name="shape5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Mind mapping is for exploring and organising thought; functional decomposition is a disciplined breakdown of scope into parts. A mind map is not a deliverable model.</a:t>
            </a:r>
          </a:p>
        </p:txBody>
      </p:sp>
      <p:sp>
        <p:nvSpPr>
          <p:cNvPr id="51" name="shape5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52" name="shape5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4.2 Conduct Elicitation · 6.1 Analyze Current State</a:t>
            </a:r>
          </a:p>
        </p:txBody>
      </p:sp>
      <p:sp>
        <p:nvSpPr>
          <p:cNvPr id="53" name="shape5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Mind Mapping — blank template</a:t>
            </a:r>
          </a:p>
        </p:txBody>
      </p:sp>
      <p:sp>
        <p:nvSpPr>
          <p:cNvPr id="54" name="shape54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Centre    2. Strand    3. Detail</a:t>
            </a:r>
          </a:p>
        </p:txBody>
      </p:sp>
      <p:sp>
        <p:nvSpPr>
          <p:cNvPr id="55" name="shape55"/>
          <p:cNvSpPr/>
          <p:nvPr/>
        </p:nvSpPr>
        <p:spPr>
          <a:xfrm>
            <a:off x="3520440" y="1499616"/>
            <a:ext cx="8214055" cy="33832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Centre</a:t>
            </a:r>
          </a:p>
        </p:txBody>
      </p:sp>
      <p:sp>
        <p:nvSpPr>
          <p:cNvPr id="56" name="shape56"/>
          <p:cNvSpPr/>
          <p:nvPr/>
        </p:nvSpPr>
        <p:spPr>
          <a:xfrm>
            <a:off x="3904488" y="1883664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Strand</a:t>
            </a:r>
          </a:p>
        </p:txBody>
      </p:sp>
      <p:cxnSp>
        <p:nvCxnSpPr>
          <p:cNvPr id="57" name="conn57"/>
          <p:cNvCxnSpPr/>
          <p:nvPr/>
        </p:nvCxnSpPr>
        <p:spPr>
          <a:xfrm>
            <a:off x="3776472" y="205282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8" name="shape58"/>
          <p:cNvSpPr/>
          <p:nvPr/>
        </p:nvSpPr>
        <p:spPr>
          <a:xfrm>
            <a:off x="4288536" y="2267712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Detail</a:t>
            </a:r>
          </a:p>
        </p:txBody>
      </p:sp>
      <p:cxnSp>
        <p:nvCxnSpPr>
          <p:cNvPr id="59" name="conn59"/>
          <p:cNvCxnSpPr/>
          <p:nvPr/>
        </p:nvCxnSpPr>
        <p:spPr>
          <a:xfrm>
            <a:off x="4160520" y="243687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0" name="shape60"/>
          <p:cNvSpPr/>
          <p:nvPr/>
        </p:nvSpPr>
        <p:spPr>
          <a:xfrm>
            <a:off x="4288536" y="2651760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Detail</a:t>
            </a:r>
          </a:p>
        </p:txBody>
      </p:sp>
      <p:cxnSp>
        <p:nvCxnSpPr>
          <p:cNvPr id="61" name="conn61"/>
          <p:cNvCxnSpPr/>
          <p:nvPr/>
        </p:nvCxnSpPr>
        <p:spPr>
          <a:xfrm>
            <a:off x="4160520" y="282092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2" name="shape62"/>
          <p:cNvSpPr/>
          <p:nvPr/>
        </p:nvSpPr>
        <p:spPr>
          <a:xfrm>
            <a:off x="3904488" y="3035808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Strand</a:t>
            </a:r>
          </a:p>
        </p:txBody>
      </p:sp>
      <p:cxnSp>
        <p:nvCxnSpPr>
          <p:cNvPr id="63" name="conn63"/>
          <p:cNvCxnSpPr/>
          <p:nvPr/>
        </p:nvCxnSpPr>
        <p:spPr>
          <a:xfrm>
            <a:off x="3776472" y="320497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4" name="shape64"/>
          <p:cNvSpPr/>
          <p:nvPr/>
        </p:nvSpPr>
        <p:spPr>
          <a:xfrm>
            <a:off x="4288536" y="3419856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Detail</a:t>
            </a:r>
          </a:p>
        </p:txBody>
      </p:sp>
      <p:cxnSp>
        <p:nvCxnSpPr>
          <p:cNvPr id="65" name="conn65"/>
          <p:cNvCxnSpPr/>
          <p:nvPr/>
        </p:nvCxnSpPr>
        <p:spPr>
          <a:xfrm>
            <a:off x="4160520" y="358902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66" name="shape66"/>
          <p:cNvSpPr/>
          <p:nvPr/>
        </p:nvSpPr>
        <p:spPr>
          <a:xfrm>
            <a:off x="4288536" y="3803904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Detail</a:t>
            </a:r>
          </a:p>
        </p:txBody>
      </p:sp>
      <p:cxnSp>
        <p:nvCxnSpPr>
          <p:cNvPr id="67" name="conn67"/>
          <p:cNvCxnSpPr/>
          <p:nvPr/>
        </p:nvCxnSpPr>
        <p:spPr>
          <a:xfrm>
            <a:off x="4160520" y="397306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10.29 Mind Mapping — blank template</dc:title>
  <dc:creator>Business Analyst Services</dc:creator>
  <cp:lastModifiedBy>Business Analyst Services</cp:lastModifiedBy>
</cp:coreProperties>
</file>