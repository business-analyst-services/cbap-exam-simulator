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3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10.29  Mind Mapping</a:t>
            </a:r>
          </a:p>
        </p:txBody>
      </p:sp>
      <p:sp>
        <p:nvSpPr>
          <p:cNvPr id="40" name="shape4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41" name="shape4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42" name="conn4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3" name="shape4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4" name="shape4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10.29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Mind Mapping — blank template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Placeholders name the level, not the content. Two branches shown; add as many as the subject needs.</a:t>
            </a:r>
          </a:p>
        </p:txBody>
      </p:sp>
      <p:sp>
        <p:nvSpPr>
          <p:cNvPr id="47" name="shape47"/>
          <p:cNvSpPr/>
          <p:nvPr/>
        </p:nvSpPr>
        <p:spPr>
          <a:xfrm>
            <a:off x="457200" y="1481328"/>
            <a:ext cx="11277295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1. Centre    2. Strand    3. Detail</a:t>
            </a:r>
          </a:p>
        </p:txBody>
      </p:sp>
      <p:sp>
        <p:nvSpPr>
          <p:cNvPr id="48" name="shape48"/>
          <p:cNvSpPr/>
          <p:nvPr/>
        </p:nvSpPr>
        <p:spPr>
          <a:xfrm>
            <a:off x="457200" y="1700784"/>
            <a:ext cx="11277295" cy="338328"/>
          </a:xfrm>
          <a:prstGeom prst="roundRect">
            <a:avLst>
              <a:gd name="adj" fmla="val 8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Centre</a:t>
            </a:r>
          </a:p>
        </p:txBody>
      </p:sp>
      <p:sp>
        <p:nvSpPr>
          <p:cNvPr id="49" name="shape49"/>
          <p:cNvSpPr/>
          <p:nvPr/>
        </p:nvSpPr>
        <p:spPr>
          <a:xfrm>
            <a:off x="841248" y="2084832"/>
            <a:ext cx="1089324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Strand</a:t>
            </a:r>
          </a:p>
        </p:txBody>
      </p:sp>
      <p:cxnSp>
        <p:nvCxnSpPr>
          <p:cNvPr id="50" name="conn50"/>
          <p:cNvCxnSpPr/>
          <p:nvPr/>
        </p:nvCxnSpPr>
        <p:spPr>
          <a:xfrm>
            <a:off x="713232" y="225399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1" name="shape51"/>
          <p:cNvSpPr/>
          <p:nvPr/>
        </p:nvSpPr>
        <p:spPr>
          <a:xfrm>
            <a:off x="1225296" y="2468880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Detail</a:t>
            </a:r>
          </a:p>
        </p:txBody>
      </p:sp>
      <p:cxnSp>
        <p:nvCxnSpPr>
          <p:cNvPr id="52" name="conn52"/>
          <p:cNvCxnSpPr/>
          <p:nvPr/>
        </p:nvCxnSpPr>
        <p:spPr>
          <a:xfrm>
            <a:off x="1097280" y="263804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3" name="shape53"/>
          <p:cNvSpPr/>
          <p:nvPr/>
        </p:nvSpPr>
        <p:spPr>
          <a:xfrm>
            <a:off x="1225296" y="2852928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Detail</a:t>
            </a:r>
          </a:p>
        </p:txBody>
      </p:sp>
      <p:cxnSp>
        <p:nvCxnSpPr>
          <p:cNvPr id="54" name="conn54"/>
          <p:cNvCxnSpPr/>
          <p:nvPr/>
        </p:nvCxnSpPr>
        <p:spPr>
          <a:xfrm>
            <a:off x="1097280" y="302209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5" name="shape55"/>
          <p:cNvSpPr/>
          <p:nvPr/>
        </p:nvSpPr>
        <p:spPr>
          <a:xfrm>
            <a:off x="841248" y="3236976"/>
            <a:ext cx="1089324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Strand</a:t>
            </a:r>
          </a:p>
        </p:txBody>
      </p:sp>
      <p:cxnSp>
        <p:nvCxnSpPr>
          <p:cNvPr id="56" name="conn56"/>
          <p:cNvCxnSpPr/>
          <p:nvPr/>
        </p:nvCxnSpPr>
        <p:spPr>
          <a:xfrm>
            <a:off x="713232" y="340614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7" name="shape57"/>
          <p:cNvSpPr/>
          <p:nvPr/>
        </p:nvSpPr>
        <p:spPr>
          <a:xfrm>
            <a:off x="1225296" y="3621024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Detail</a:t>
            </a:r>
          </a:p>
        </p:txBody>
      </p:sp>
      <p:cxnSp>
        <p:nvCxnSpPr>
          <p:cNvPr id="58" name="conn58"/>
          <p:cNvCxnSpPr/>
          <p:nvPr/>
        </p:nvCxnSpPr>
        <p:spPr>
          <a:xfrm>
            <a:off x="1097280" y="379018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9" name="shape59"/>
          <p:cNvSpPr/>
          <p:nvPr/>
        </p:nvSpPr>
        <p:spPr>
          <a:xfrm>
            <a:off x="1225296" y="4005072"/>
            <a:ext cx="1050919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Detail</a:t>
            </a:r>
          </a:p>
        </p:txBody>
      </p:sp>
      <p:cxnSp>
        <p:nvCxnSpPr>
          <p:cNvPr id="60" name="conn60"/>
          <p:cNvCxnSpPr/>
          <p:nvPr/>
        </p:nvCxnSpPr>
        <p:spPr>
          <a:xfrm>
            <a:off x="1097280" y="417423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10.29 Mind Mapping — blank template</dc:title>
  <dc:creator>Business Analyst Services</dc:creator>
  <cp:lastModifiedBy>Business Analyst Services</cp:lastModifiedBy>
</cp:coreProperties>
</file>