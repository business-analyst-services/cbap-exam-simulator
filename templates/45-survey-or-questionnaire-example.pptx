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10.45  Survey or Questionnaire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10.45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Collects information from many respondents through a structured instrument, closed for measurement or open for exploration.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you need breadth, statistical weight, or input from people too numerous or dispersed to meet.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Surveys give breadth without depth and cannot ask the follow-up question. Items where the sample is self-selected, or the response rate is poor, are testing whether you treat the result as evidence or as a signal to go and interview.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8.1 Measure Solution Performance · 6.1 Analyze Current State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Post-launch instrument, issued to all 12,000 users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Issued by email to the full list, not by a banner on the portal, so non-users are reachable.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192024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Guards against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Did you complete what you came to do?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Yes / No / Partly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Measuring satisfaction instead of success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How many attempts did it take?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 / 2 / 3+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Self-reported ease, which flatters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Which channel did you try first?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Choice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Missing the people who never reached the portal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What stopped you, if anything?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Closed lists that only offer failures we predicted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10.45 Survey or Questionnaire — worked example</dc:title>
  <dc:creator>Business Analyst Services</dc:creator>
  <cp:lastModifiedBy>Business Analyst Services</cp:lastModifiedBy>
</cp:coreProperties>
</file>