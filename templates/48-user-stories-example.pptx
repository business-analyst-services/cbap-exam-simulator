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10.48  User Stories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10.48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States a need briefly from the point of view of the person who has it, as a placeholder for the conversation that will refine it.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on adaptive work where detail is deliberately deferred until the item is close to being built.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user story is a promise of a conversation with acceptance criteria attached; a use case is a complete specified interaction. A story written as a system instruction with no user and no value has stopped being a user story.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5.3 Prioritize Requirements · 5.2 Maintain Requirements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Rewritten with a real role and a real benefit</a:t>
            </a:r>
          </a:p>
        </p:txBody>
      </p:sp>
      <p:graphicFrame>
        <p:nvGraphicFramePr>
          <p:cNvPr id="17" name="table17"/>
          <p:cNvGraphicFramePr>
            <a:graphicFrameLocks noGrp="1"/>
          </p:cNvGraphicFramePr>
          <p:nvPr/>
        </p:nvGraphicFramePr>
        <p:xfrm>
          <a:off x="3520440" y="1499616"/>
          <a:ext cx="8214055" cy="1152144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Before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After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Acceptance criterion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 a user I want the record saved to the audit table so that the record is saved to the audit table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 a compliance officer I want every eligibility override recorded so that I can evidence the decision at audit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Override shows who, when, prior value, reason. Immutable.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 a user I want a search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 a contact centre agent I want to find a member by surname and date of birth so that I can verify them inside the call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Returns within 2 s. Partial surname supported.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10.48 User Stories — worked example</dc:title>
  <dc:creator>Business Analyst Services</dc:creator>
  <cp:lastModifiedBy>Business Analyst Services</cp:lastModifiedBy>
</cp:coreProperties>
</file>