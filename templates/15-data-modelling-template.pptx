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10.15  Data Modelling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10.15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from.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Describes the entities an organisation holds information about, their attributes and the relationships between them.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Data modelling structures information for a solution; concept modelling settles what the business means by a term. The give-away for data modelling is cardinality: one-to-many, optionality, keys.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7.4 Define Requirements Architecture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Data Modelling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From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Relationship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10.15 Data Modelling — blank template</dc:title>
  <dc:creator>Business Analyst Services</dc:creator>
  <cp:lastModifiedBy>Business Analyst Services</cp:lastModifiedBy>
</cp:coreProperties>
</file>