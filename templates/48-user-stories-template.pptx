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1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10.48  User Stories</a:t>
            </a:r>
          </a:p>
        </p:txBody>
      </p:sp>
      <p:sp>
        <p:nvSpPr>
          <p:cNvPr id="19" name="shape1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0" name="shape2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3" name="shape2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10.48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User Stories — blank template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before.</a:t>
            </a:r>
          </a:p>
        </p:txBody>
      </p:sp>
      <p:graphicFrame>
        <p:nvGraphicFramePr>
          <p:cNvPr id="26" name="table26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4449928"/>
                <a:gridCol w="444992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Before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After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Acceptance criterion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10.48 User Stories — blank template</dc:title>
  <dc:creator>Business Analyst Services</dc:creator>
  <cp:lastModifiedBy>Business Analyst Services</cp:lastModifiedBy>
</cp:coreProperties>
</file>