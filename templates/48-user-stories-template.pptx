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18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10.48  User Stories</a:t>
            </a:r>
          </a:p>
        </p:txBody>
      </p:sp>
      <p:sp>
        <p:nvSpPr>
          <p:cNvPr id="19" name="shape19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20" name="shape20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1" name="conn21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2" name="shape22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3" name="shape23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10.48</a:t>
            </a:r>
          </a:p>
        </p:txBody>
      </p:sp>
      <p:sp>
        <p:nvSpPr>
          <p:cNvPr id="24" name="shape24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One row per before.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27" name="shape27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States a need briefly from the point of view of the person who has it, as a placeholder for the conversation that will refine it.</a:t>
            </a:r>
          </a:p>
        </p:txBody>
      </p:sp>
      <p:sp>
        <p:nvSpPr>
          <p:cNvPr id="28" name="shape28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29" name="shape29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A user story is a promise of a conversation with acceptance criteria attached; a use case is a complete specified interaction. A story written as a system instruction with no user and no value has stopped being a user story.</a:t>
            </a:r>
          </a:p>
        </p:txBody>
      </p:sp>
      <p:sp>
        <p:nvSpPr>
          <p:cNvPr id="30" name="shape30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31" name="shape31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7.1 Specify and Model Requirements · 5.3 Prioritize Requirements · 5.2 Maintain Requirements</a:t>
            </a:r>
          </a:p>
        </p:txBody>
      </p:sp>
      <p:sp>
        <p:nvSpPr>
          <p:cNvPr id="32" name="shape32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User Stories — blank template</a:t>
            </a:r>
          </a:p>
        </p:txBody>
      </p:sp>
      <p:graphicFrame>
        <p:nvGraphicFramePr>
          <p:cNvPr id="33" name="table33"/>
          <p:cNvGraphicFramePr>
            <a:graphicFrameLocks noGrp="1"/>
          </p:cNvGraphicFramePr>
          <p:nvPr/>
        </p:nvGraphicFramePr>
        <p:xfrm>
          <a:off x="3520440" y="1499616"/>
          <a:ext cx="821405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2918308"/>
                <a:gridCol w="291830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Before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After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Acceptance criterion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10.48 User Stories — blank template</dc:title>
  <dc:creator>Business Analyst Services</dc:creator>
  <cp:lastModifiedBy>Business Analyst Services</cp:lastModifiedBy>
</cp:coreProperties>
</file>