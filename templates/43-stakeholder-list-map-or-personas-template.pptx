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2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10.43  Stakeholder List, Map, or Personas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30" name="shape3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1" name="conn3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2" name="shape3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3" name="shape3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10.43</a:t>
            </a:r>
          </a:p>
        </p:txBody>
      </p:sp>
      <p:sp>
        <p:nvSpPr>
          <p:cNvPr id="34" name="shape34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35" name="shape35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Place each item in one cell only. If it fits two, the axes are not yet sharp enough.</a:t>
            </a:r>
          </a:p>
        </p:txBody>
      </p:sp>
      <p:sp>
        <p:nvSpPr>
          <p:cNvPr id="36" name="shape36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Identifies who is affected, positions them by influence, interest or attitude, and characterises user groups whose needs differ.</a:t>
            </a:r>
          </a:p>
        </p:txBody>
      </p:sp>
      <p:sp>
        <p:nvSpPr>
          <p:cNvPr id="38" name="shape38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9" name="shape39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Identifying and positioning stakeholders is analysis; deciding how often and how formally to deal with each is engagement planning under task 3.2. Producing a map is not the same as having a plan.</a:t>
            </a:r>
          </a:p>
        </p:txBody>
      </p:sp>
      <p:sp>
        <p:nvSpPr>
          <p:cNvPr id="40" name="shape40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41" name="shape41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3.2 Plan Stakeholder Engagement · 6.1 Analyze Current State · 4.1 Prepare for Elicitation</a:t>
            </a:r>
          </a:p>
        </p:txBody>
      </p:sp>
      <p:sp>
        <p:nvSpPr>
          <p:cNvPr id="42" name="shape42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Stakeholder List, Map, or Personas — blank template</a:t>
            </a:r>
          </a:p>
        </p:txBody>
      </p:sp>
      <p:sp>
        <p:nvSpPr>
          <p:cNvPr id="43" name="shape43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Interest →</a:t>
            </a:r>
          </a:p>
        </p:txBody>
      </p:sp>
      <p:sp>
        <p:nvSpPr>
          <p:cNvPr id="44" name="shape44"/>
          <p:cNvSpPr/>
          <p:nvPr/>
        </p:nvSpPr>
        <p:spPr>
          <a:xfrm>
            <a:off x="4892040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45" name="shape45"/>
          <p:cNvSpPr/>
          <p:nvPr/>
        </p:nvSpPr>
        <p:spPr>
          <a:xfrm>
            <a:off x="8313268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46" name="shape46"/>
          <p:cNvSpPr/>
          <p:nvPr/>
        </p:nvSpPr>
        <p:spPr>
          <a:xfrm>
            <a:off x="3520440" y="20025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47" name="shape47"/>
          <p:cNvSpPr/>
          <p:nvPr/>
        </p:nvSpPr>
        <p:spPr>
          <a:xfrm>
            <a:off x="4928616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48" name="shape48"/>
          <p:cNvSpPr/>
          <p:nvPr/>
        </p:nvSpPr>
        <p:spPr>
          <a:xfrm>
            <a:off x="8349844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49" name="shape49"/>
          <p:cNvSpPr/>
          <p:nvPr/>
        </p:nvSpPr>
        <p:spPr>
          <a:xfrm>
            <a:off x="3520440" y="33741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50" name="shape50"/>
          <p:cNvSpPr/>
          <p:nvPr/>
        </p:nvSpPr>
        <p:spPr>
          <a:xfrm>
            <a:off x="4928616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1" name="shape51"/>
          <p:cNvSpPr/>
          <p:nvPr/>
        </p:nvSpPr>
        <p:spPr>
          <a:xfrm>
            <a:off x="8349844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2" name="shape52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Influence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10.43 Stakeholder List, Map, or Personas — blank template</dc:title>
  <dc:creator>Business Analyst Services</dc:creator>
  <cp:lastModifiedBy>Business Analyst Services</cp:lastModifiedBy>
</cp:coreProperties>
</file>