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2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10.43  Stakeholder List, Map, or Personas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Planning, governance and tracking</a:t>
            </a:r>
          </a:p>
        </p:txBody>
      </p:sp>
      <p:sp>
        <p:nvSpPr>
          <p:cNvPr id="30" name="shape3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1" name="conn3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2" name="shape3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3" name="shape3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10.43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Stakeholder List, Map, or Personas — blank template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36" name="shape36"/>
          <p:cNvSpPr/>
          <p:nvPr/>
        </p:nvSpPr>
        <p:spPr>
          <a:xfrm>
            <a:off x="1828800" y="1700784"/>
            <a:ext cx="990569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Interest →</a:t>
            </a:r>
          </a:p>
        </p:txBody>
      </p:sp>
      <p:sp>
        <p:nvSpPr>
          <p:cNvPr id="37" name="shape37"/>
          <p:cNvSpPr/>
          <p:nvPr/>
        </p:nvSpPr>
        <p:spPr>
          <a:xfrm>
            <a:off x="1828800" y="1938528"/>
            <a:ext cx="495284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Low</a:t>
            </a:r>
          </a:p>
        </p:txBody>
      </p:sp>
      <p:sp>
        <p:nvSpPr>
          <p:cNvPr id="38" name="shape38"/>
          <p:cNvSpPr/>
          <p:nvPr/>
        </p:nvSpPr>
        <p:spPr>
          <a:xfrm>
            <a:off x="6781648" y="1938528"/>
            <a:ext cx="495284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High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2203704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High</a:t>
            </a:r>
          </a:p>
        </p:txBody>
      </p:sp>
      <p:sp>
        <p:nvSpPr>
          <p:cNvPr id="40" name="shape40"/>
          <p:cNvSpPr/>
          <p:nvPr/>
        </p:nvSpPr>
        <p:spPr>
          <a:xfrm>
            <a:off x="1865376" y="2203704"/>
            <a:ext cx="487969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1" name="shape41"/>
          <p:cNvSpPr/>
          <p:nvPr/>
        </p:nvSpPr>
        <p:spPr>
          <a:xfrm>
            <a:off x="6818224" y="2203704"/>
            <a:ext cx="487969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2" name="shape42"/>
          <p:cNvSpPr/>
          <p:nvPr/>
        </p:nvSpPr>
        <p:spPr>
          <a:xfrm>
            <a:off x="457200" y="3575304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Low</a:t>
            </a:r>
          </a:p>
        </p:txBody>
      </p:sp>
      <p:sp>
        <p:nvSpPr>
          <p:cNvPr id="43" name="shape43"/>
          <p:cNvSpPr/>
          <p:nvPr/>
        </p:nvSpPr>
        <p:spPr>
          <a:xfrm>
            <a:off x="1865376" y="3575304"/>
            <a:ext cx="487969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4" name="shape44"/>
          <p:cNvSpPr/>
          <p:nvPr/>
        </p:nvSpPr>
        <p:spPr>
          <a:xfrm>
            <a:off x="6818224" y="3575304"/>
            <a:ext cx="487969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endParaRPr lang="en-AU" sz="1100"/>
          </a:p>
        </p:txBody>
      </p:sp>
      <p:sp>
        <p:nvSpPr>
          <p:cNvPr id="45" name="shape45"/>
          <p:cNvSpPr/>
          <p:nvPr/>
        </p:nvSpPr>
        <p:spPr>
          <a:xfrm>
            <a:off x="411480" y="220370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Influence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10.43 Stakeholder List, Map, or Personas — blank template</dc:title>
  <dc:creator>Business Analyst Services</dc:creator>
  <cp:lastModifiedBy>Business Analyst Services</cp:lastModifiedBy>
</cp:coreProperties>
</file>