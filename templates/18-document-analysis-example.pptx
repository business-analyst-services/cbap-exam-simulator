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10.18  Document Analysis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Elicitation and collaboration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10.18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Elicits information from existing material: procedures, contracts, system documentation, regulations and prior artefacts.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before you take stakeholder time, so the questions you do ask are the ones the documents cannot answer.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Document analysis is elicitation from artefacts, not verification of your own work. If the material being examined is the requirements you just wrote, that is reviews.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4.1 Prepare for Elicitation · 4.2 Conduct Elicitation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What the artefacts answered before the pharmacist was booked</a:t>
            </a:r>
          </a:p>
        </p:txBody>
      </p:sp>
      <p:graphicFrame>
        <p:nvGraphicFramePr>
          <p:cNvPr id="17" name="table17"/>
          <p:cNvGraphicFramePr>
            <a:graphicFrameLocks noGrp="1"/>
          </p:cNvGraphicFramePr>
          <p:nvPr/>
        </p:nvGraphicFramePr>
        <p:xfrm>
          <a:off x="3520440" y="1499616"/>
          <a:ext cx="8214055" cy="192024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What it settled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b="1" dirty="0">
                          <a:solidFill>
                            <a:srgbClr val="FFFFFF"/>
                          </a:solidFill>
                          <a:latin typeface="Aptos"/>
                        </a:rPr>
                        <a:t>What it could not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Dispensing procedure v6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The 9 documented steps and who signs each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Why step 4 is skipped on night shift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Regulatory schedule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Which drugs need a second check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How staff decide when the checker is unavailable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System specification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Fields captured at dispense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Which of them are entered accurately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2024 review report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12 prior recommendations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900" dirty="0">
                          <a:solidFill>
                            <a:srgbClr val="0B0B0B"/>
                          </a:solidFill>
                          <a:latin typeface="Aptos"/>
                        </a:rPr>
                        <a:t>Which were implemented and which lapsed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10.18 Document Analysis — worked example</dc:title>
  <dc:creator>Business Analyst Services</dc:creator>
  <cp:lastModifiedBy>Business Analyst Services</cp:lastModifiedBy>
</cp:coreProperties>
</file>