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45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10.22  Functional Decomposition</a:t>
            </a:r>
          </a:p>
        </p:txBody>
      </p:sp>
      <p:sp>
        <p:nvSpPr>
          <p:cNvPr id="46" name="shape46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Modelling and specification</a:t>
            </a:r>
          </a:p>
        </p:txBody>
      </p:sp>
      <p:sp>
        <p:nvSpPr>
          <p:cNvPr id="47" name="shape47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48" name="conn48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49" name="shape49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50" name="shape50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10.22</a:t>
            </a:r>
          </a:p>
        </p:txBody>
      </p:sp>
      <p:sp>
        <p:nvSpPr>
          <p:cNvPr id="51" name="shape51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Functional Decomposition — blank template</a:t>
            </a:r>
          </a:p>
        </p:txBody>
      </p:sp>
      <p:sp>
        <p:nvSpPr>
          <p:cNvPr id="52" name="shape52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Placeholders name the level, not the content. Two branches shown; add as many as the subject needs.</a:t>
            </a:r>
          </a:p>
        </p:txBody>
      </p:sp>
      <p:sp>
        <p:nvSpPr>
          <p:cNvPr id="53" name="shape53"/>
          <p:cNvSpPr/>
          <p:nvPr/>
        </p:nvSpPr>
        <p:spPr>
          <a:xfrm>
            <a:off x="457200" y="1481328"/>
            <a:ext cx="11277295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1. Function    2. Sub-function    3. Component</a:t>
            </a:r>
          </a:p>
        </p:txBody>
      </p:sp>
      <p:sp>
        <p:nvSpPr>
          <p:cNvPr id="54" name="shape54"/>
          <p:cNvSpPr/>
          <p:nvPr/>
        </p:nvSpPr>
        <p:spPr>
          <a:xfrm>
            <a:off x="457200" y="1700784"/>
            <a:ext cx="11277295" cy="338328"/>
          </a:xfrm>
          <a:prstGeom prst="roundRect">
            <a:avLst>
              <a:gd name="adj" fmla="val 8000"/>
            </a:avLst>
          </a:prstGeom>
          <a:solidFill>
            <a:srgbClr val="E9F1FD"/>
          </a:solidFill>
          <a:ln w="9525">
            <a:solidFill>
              <a:srgbClr val="2A78D6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Function</a:t>
            </a:r>
          </a:p>
        </p:txBody>
      </p:sp>
      <p:sp>
        <p:nvSpPr>
          <p:cNvPr id="55" name="shape55"/>
          <p:cNvSpPr/>
          <p:nvPr/>
        </p:nvSpPr>
        <p:spPr>
          <a:xfrm>
            <a:off x="841248" y="2084832"/>
            <a:ext cx="10893247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Sub-function</a:t>
            </a:r>
          </a:p>
        </p:txBody>
      </p:sp>
      <p:cxnSp>
        <p:nvCxnSpPr>
          <p:cNvPr id="56" name="conn56"/>
          <p:cNvCxnSpPr/>
          <p:nvPr/>
        </p:nvCxnSpPr>
        <p:spPr>
          <a:xfrm>
            <a:off x="713232" y="2253996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7" name="shape57"/>
          <p:cNvSpPr/>
          <p:nvPr/>
        </p:nvSpPr>
        <p:spPr>
          <a:xfrm>
            <a:off x="1225296" y="2468880"/>
            <a:ext cx="10509199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Component</a:t>
            </a:r>
          </a:p>
        </p:txBody>
      </p:sp>
      <p:cxnSp>
        <p:nvCxnSpPr>
          <p:cNvPr id="58" name="conn58"/>
          <p:cNvCxnSpPr/>
          <p:nvPr/>
        </p:nvCxnSpPr>
        <p:spPr>
          <a:xfrm>
            <a:off x="1097280" y="2638044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9" name="shape59"/>
          <p:cNvSpPr/>
          <p:nvPr/>
        </p:nvSpPr>
        <p:spPr>
          <a:xfrm>
            <a:off x="1225296" y="2852928"/>
            <a:ext cx="10509199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Component</a:t>
            </a:r>
          </a:p>
        </p:txBody>
      </p:sp>
      <p:cxnSp>
        <p:nvCxnSpPr>
          <p:cNvPr id="60" name="conn60"/>
          <p:cNvCxnSpPr/>
          <p:nvPr/>
        </p:nvCxnSpPr>
        <p:spPr>
          <a:xfrm>
            <a:off x="1097280" y="3022092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61" name="shape61"/>
          <p:cNvSpPr/>
          <p:nvPr/>
        </p:nvSpPr>
        <p:spPr>
          <a:xfrm>
            <a:off x="841248" y="3236976"/>
            <a:ext cx="10893247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Sub-function</a:t>
            </a:r>
          </a:p>
        </p:txBody>
      </p:sp>
      <p:cxnSp>
        <p:nvCxnSpPr>
          <p:cNvPr id="62" name="conn62"/>
          <p:cNvCxnSpPr/>
          <p:nvPr/>
        </p:nvCxnSpPr>
        <p:spPr>
          <a:xfrm>
            <a:off x="713232" y="3406140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63" name="shape63"/>
          <p:cNvSpPr/>
          <p:nvPr/>
        </p:nvSpPr>
        <p:spPr>
          <a:xfrm>
            <a:off x="1225296" y="3621024"/>
            <a:ext cx="10509199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Component</a:t>
            </a:r>
          </a:p>
        </p:txBody>
      </p:sp>
      <p:cxnSp>
        <p:nvCxnSpPr>
          <p:cNvPr id="64" name="conn64"/>
          <p:cNvCxnSpPr/>
          <p:nvPr/>
        </p:nvCxnSpPr>
        <p:spPr>
          <a:xfrm>
            <a:off x="1097280" y="3790188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65" name="shape65"/>
          <p:cNvSpPr/>
          <p:nvPr/>
        </p:nvSpPr>
        <p:spPr>
          <a:xfrm>
            <a:off x="1225296" y="4005072"/>
            <a:ext cx="10509199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Component</a:t>
            </a:r>
          </a:p>
        </p:txBody>
      </p:sp>
      <p:cxnSp>
        <p:nvCxnSpPr>
          <p:cNvPr id="66" name="conn66"/>
          <p:cNvCxnSpPr/>
          <p:nvPr/>
        </p:nvCxnSpPr>
        <p:spPr>
          <a:xfrm>
            <a:off x="1097280" y="4174236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10.22 Functional Decomposition — blank template</dc:title>
  <dc:creator>Business Analyst Services</dc:creator>
  <cp:lastModifiedBy>Business Analyst Services</cp:lastModifiedBy>
</cp:coreProperties>
</file>