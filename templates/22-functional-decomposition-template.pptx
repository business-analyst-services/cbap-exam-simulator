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45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10.22  Functional Decomposition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7" name="shape47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48" name="conn48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9" name="shape49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50" name="shape50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10.22</a:t>
            </a:r>
          </a:p>
        </p:txBody>
      </p:sp>
      <p:sp>
        <p:nvSpPr>
          <p:cNvPr id="51" name="shape51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52" name="shape52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53" name="shape53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54" name="shape54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Breaks a large function, scope or problem into constituent parts small enough to estimate, assign or analyse.</a:t>
            </a:r>
          </a:p>
        </p:txBody>
      </p:sp>
      <p:sp>
        <p:nvSpPr>
          <p:cNvPr id="55" name="shape55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56" name="shape56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Decomposition breaks work down for analysis; a work breakdown structure schedules delivery. Producing one to satisfy a project manager is the classic doing-project-management trap.</a:t>
            </a:r>
          </a:p>
        </p:txBody>
      </p:sp>
      <p:sp>
        <p:nvSpPr>
          <p:cNvPr id="57" name="shape57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58" name="shape58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3.1 Plan Business Analysis Approach · 6.2 Define Future State</a:t>
            </a:r>
          </a:p>
        </p:txBody>
      </p:sp>
      <p:sp>
        <p:nvSpPr>
          <p:cNvPr id="59" name="shape59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Functional Decomposition — blank template</a:t>
            </a:r>
          </a:p>
        </p:txBody>
      </p:sp>
      <p:sp>
        <p:nvSpPr>
          <p:cNvPr id="60" name="shape60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Function    2. Sub-function    3. Component</a:t>
            </a:r>
          </a:p>
        </p:txBody>
      </p:sp>
      <p:sp>
        <p:nvSpPr>
          <p:cNvPr id="61" name="shape61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Function</a:t>
            </a:r>
          </a:p>
        </p:txBody>
      </p:sp>
      <p:sp>
        <p:nvSpPr>
          <p:cNvPr id="62" name="shape62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Sub-function</a:t>
            </a:r>
          </a:p>
        </p:txBody>
      </p:sp>
      <p:cxnSp>
        <p:nvCxnSpPr>
          <p:cNvPr id="63" name="conn63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4" name="shape64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Component</a:t>
            </a:r>
          </a:p>
        </p:txBody>
      </p:sp>
      <p:cxnSp>
        <p:nvCxnSpPr>
          <p:cNvPr id="65" name="conn65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6" name="shape66"/>
          <p:cNvSpPr/>
          <p:nvPr/>
        </p:nvSpPr>
        <p:spPr>
          <a:xfrm>
            <a:off x="4288536" y="2651760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Component</a:t>
            </a:r>
          </a:p>
        </p:txBody>
      </p:sp>
      <p:cxnSp>
        <p:nvCxnSpPr>
          <p:cNvPr id="67" name="conn67"/>
          <p:cNvCxnSpPr/>
          <p:nvPr/>
        </p:nvCxnSpPr>
        <p:spPr>
          <a:xfrm>
            <a:off x="4160520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8" name="shape68"/>
          <p:cNvSpPr/>
          <p:nvPr/>
        </p:nvSpPr>
        <p:spPr>
          <a:xfrm>
            <a:off x="3904488" y="3035808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Sub-function</a:t>
            </a:r>
          </a:p>
        </p:txBody>
      </p:sp>
      <p:cxnSp>
        <p:nvCxnSpPr>
          <p:cNvPr id="69" name="conn69"/>
          <p:cNvCxnSpPr/>
          <p:nvPr/>
        </p:nvCxnSpPr>
        <p:spPr>
          <a:xfrm>
            <a:off x="3776472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70" name="shape70"/>
          <p:cNvSpPr/>
          <p:nvPr/>
        </p:nvSpPr>
        <p:spPr>
          <a:xfrm>
            <a:off x="4288536" y="3419856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Component</a:t>
            </a:r>
          </a:p>
        </p:txBody>
      </p:sp>
      <p:cxnSp>
        <p:nvCxnSpPr>
          <p:cNvPr id="71" name="conn71"/>
          <p:cNvCxnSpPr/>
          <p:nvPr/>
        </p:nvCxnSpPr>
        <p:spPr>
          <a:xfrm>
            <a:off x="4160520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72" name="shape72"/>
          <p:cNvSpPr/>
          <p:nvPr/>
        </p:nvSpPr>
        <p:spPr>
          <a:xfrm>
            <a:off x="4288536" y="3803904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Component</a:t>
            </a:r>
          </a:p>
        </p:txBody>
      </p:sp>
      <p:cxnSp>
        <p:nvCxnSpPr>
          <p:cNvPr id="73" name="conn73"/>
          <p:cNvCxnSpPr/>
          <p:nvPr/>
        </p:nvCxnSpPr>
        <p:spPr>
          <a:xfrm>
            <a:off x="4160520" y="397306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10.22 Functional Decomposition — blank template</dc:title>
  <dc:creator>Business Analyst Services</dc:creator>
  <cp:lastModifiedBy>Business Analyst Services</cp:lastModifiedBy>
</cp:coreProperties>
</file>