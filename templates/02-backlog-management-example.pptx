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  Backlog Management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Keeps a ranked, living list of outstanding work so the next most valuable item is always visible at the top.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on adaptive work where scope is expected to change and the commitment is to the ordering, not to a fixed set.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Backlog management is the ongoing custody of the list; prioritisation is the act of ordering it. Items about re-ranking after new information are prioritisation; items about how the list itself is maintained and drawn from are backlog management.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5.2 Maintain Requirements · 5.3 Prioritize Requirements · 5.4 Assess Requirements Changes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480 items, triaged before anything is ranked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Prioritisation presumes the list represents current need. This one did not.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2304288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Items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Need already met by a later release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Retire, with the release noted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Duplicate of another item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Merge, keep the earliest reference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Still valid, not reviewed this quarter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198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Re-rank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Still valid, reviewed this quarter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Leave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480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9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 Backlog Management — worked example</dc:title>
  <dc:creator>Business Analyst Services</dc:creator>
  <cp:lastModifiedBy>Business Analyst Services</cp:lastModifiedBy>
</cp:coreProperties>
</file>