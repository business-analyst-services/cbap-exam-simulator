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36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10.44  State Modelling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8" name="shape38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9" name="conn39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0" name="shape40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1" name="shape41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10.44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Name the event on every transition. Then ask which transitions are missing, and which should be forbidden.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Describes the states an object can occupy, the transitions between them and the events and conditions that permit each transition.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State modelling tracks what an object may become; process modelling tracks what people do. If the stem is full of statuses such as lodged, assessed, withdrawn, it is state.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6.1 Analyze Current State</a:t>
            </a:r>
          </a:p>
        </p:txBody>
      </p:sp>
      <p:sp>
        <p:nvSpPr>
          <p:cNvPr id="50" name="shape50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State Modelling — blank template</a:t>
            </a:r>
          </a:p>
        </p:txBody>
      </p:sp>
      <p:cxnSp>
        <p:nvCxnSpPr>
          <p:cNvPr id="51" name="conn51"/>
          <p:cNvCxnSpPr/>
          <p:nvPr/>
        </p:nvCxnSpPr>
        <p:spPr>
          <a:xfrm>
            <a:off x="4493209" y="1728216"/>
            <a:ext cx="47548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52" name="conn52"/>
          <p:cNvCxnSpPr/>
          <p:nvPr/>
        </p:nvCxnSpPr>
        <p:spPr>
          <a:xfrm>
            <a:off x="5941466" y="1728216"/>
            <a:ext cx="47548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53" name="conn53"/>
          <p:cNvCxnSpPr/>
          <p:nvPr/>
        </p:nvCxnSpPr>
        <p:spPr>
          <a:xfrm>
            <a:off x="7389724" y="1728216"/>
            <a:ext cx="47548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54" name="conn54"/>
          <p:cNvCxnSpPr/>
          <p:nvPr/>
        </p:nvCxnSpPr>
        <p:spPr>
          <a:xfrm>
            <a:off x="8837981" y="1728216"/>
            <a:ext cx="47548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55" name="shape55"/>
          <p:cNvSpPr/>
          <p:nvPr/>
        </p:nvSpPr>
        <p:spPr>
          <a:xfrm>
            <a:off x="3520440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1</a:t>
            </a:r>
          </a:p>
        </p:txBody>
      </p:sp>
      <p:sp>
        <p:nvSpPr>
          <p:cNvPr id="56" name="shape56"/>
          <p:cNvSpPr/>
          <p:nvPr/>
        </p:nvSpPr>
        <p:spPr>
          <a:xfrm>
            <a:off x="4968697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2</a:t>
            </a:r>
          </a:p>
        </p:txBody>
      </p:sp>
      <p:sp>
        <p:nvSpPr>
          <p:cNvPr id="57" name="shape57"/>
          <p:cNvSpPr/>
          <p:nvPr/>
        </p:nvSpPr>
        <p:spPr>
          <a:xfrm>
            <a:off x="6416954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3</a:t>
            </a:r>
          </a:p>
        </p:txBody>
      </p:sp>
      <p:sp>
        <p:nvSpPr>
          <p:cNvPr id="58" name="shape58"/>
          <p:cNvSpPr/>
          <p:nvPr/>
        </p:nvSpPr>
        <p:spPr>
          <a:xfrm>
            <a:off x="7865212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4</a:t>
            </a:r>
          </a:p>
        </p:txBody>
      </p:sp>
      <p:sp>
        <p:nvSpPr>
          <p:cNvPr id="59" name="shape59"/>
          <p:cNvSpPr/>
          <p:nvPr/>
        </p:nvSpPr>
        <p:spPr>
          <a:xfrm>
            <a:off x="9313469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19050">
            <a:solidFill>
              <a:srgbClr val="0B0B0B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5</a:t>
            </a:r>
          </a:p>
        </p:txBody>
      </p:sp>
      <p:sp>
        <p:nvSpPr>
          <p:cNvPr id="60" name="shape60"/>
          <p:cNvSpPr/>
          <p:nvPr/>
        </p:nvSpPr>
        <p:spPr>
          <a:xfrm>
            <a:off x="10761726" y="1499616"/>
            <a:ext cx="972769" cy="45720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19050">
            <a:solidFill>
              <a:srgbClr val="0B0B0B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State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10.44 State Modelling — blank template</dc:title>
  <dc:creator>Business Analyst Services</dc:creator>
  <cp:lastModifiedBy>Business Analyst Services</cp:lastModifiedBy>
</cp:coreProperties>
</file>