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36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10.44  State Modelling</a:t>
            </a:r>
          </a:p>
        </p:txBody>
      </p:sp>
      <p:sp>
        <p:nvSpPr>
          <p:cNvPr id="37" name="shape37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38" name="shape38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9" name="conn39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40" name="shape40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41" name="shape41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10.44</a:t>
            </a:r>
          </a:p>
        </p:txBody>
      </p:sp>
      <p:sp>
        <p:nvSpPr>
          <p:cNvPr id="42" name="shape42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State Modelling — blank template</a:t>
            </a:r>
          </a:p>
        </p:txBody>
      </p:sp>
      <p:sp>
        <p:nvSpPr>
          <p:cNvPr id="43" name="shape43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Name the event on every transition. Then ask which transitions are missing, and which should be forbidden.</a:t>
            </a:r>
          </a:p>
        </p:txBody>
      </p:sp>
      <p:cxnSp>
        <p:nvCxnSpPr>
          <p:cNvPr id="44" name="conn44"/>
          <p:cNvCxnSpPr/>
          <p:nvPr/>
        </p:nvCxnSpPr>
        <p:spPr>
          <a:xfrm>
            <a:off x="1940509" y="1929384"/>
            <a:ext cx="47548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cxnSp>
        <p:nvCxnSpPr>
          <p:cNvPr id="45" name="conn45"/>
          <p:cNvCxnSpPr/>
          <p:nvPr/>
        </p:nvCxnSpPr>
        <p:spPr>
          <a:xfrm>
            <a:off x="3899306" y="1929384"/>
            <a:ext cx="47548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cxnSp>
        <p:nvCxnSpPr>
          <p:cNvPr id="46" name="conn46"/>
          <p:cNvCxnSpPr/>
          <p:nvPr/>
        </p:nvCxnSpPr>
        <p:spPr>
          <a:xfrm>
            <a:off x="5858104" y="1929384"/>
            <a:ext cx="47548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cxnSp>
        <p:nvCxnSpPr>
          <p:cNvPr id="47" name="conn47"/>
          <p:cNvCxnSpPr/>
          <p:nvPr/>
        </p:nvCxnSpPr>
        <p:spPr>
          <a:xfrm>
            <a:off x="7816901" y="1929384"/>
            <a:ext cx="47548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48" name="shape48"/>
          <p:cNvSpPr/>
          <p:nvPr/>
        </p:nvSpPr>
        <p:spPr>
          <a:xfrm>
            <a:off x="457200" y="1700784"/>
            <a:ext cx="1483309" cy="4572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State 1</a:t>
            </a:r>
          </a:p>
        </p:txBody>
      </p:sp>
      <p:sp>
        <p:nvSpPr>
          <p:cNvPr id="49" name="shape49"/>
          <p:cNvSpPr/>
          <p:nvPr/>
        </p:nvSpPr>
        <p:spPr>
          <a:xfrm>
            <a:off x="2415997" y="1700784"/>
            <a:ext cx="1483309" cy="4572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State 2</a:t>
            </a:r>
          </a:p>
        </p:txBody>
      </p:sp>
      <p:sp>
        <p:nvSpPr>
          <p:cNvPr id="50" name="shape50"/>
          <p:cNvSpPr/>
          <p:nvPr/>
        </p:nvSpPr>
        <p:spPr>
          <a:xfrm>
            <a:off x="4374794" y="1700784"/>
            <a:ext cx="1483309" cy="4572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State 3</a:t>
            </a:r>
          </a:p>
        </p:txBody>
      </p:sp>
      <p:sp>
        <p:nvSpPr>
          <p:cNvPr id="51" name="shape51"/>
          <p:cNvSpPr/>
          <p:nvPr/>
        </p:nvSpPr>
        <p:spPr>
          <a:xfrm>
            <a:off x="6333592" y="1700784"/>
            <a:ext cx="1483309" cy="4572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State 4</a:t>
            </a:r>
          </a:p>
        </p:txBody>
      </p:sp>
      <p:sp>
        <p:nvSpPr>
          <p:cNvPr id="52" name="shape52"/>
          <p:cNvSpPr/>
          <p:nvPr/>
        </p:nvSpPr>
        <p:spPr>
          <a:xfrm>
            <a:off x="8292389" y="1700784"/>
            <a:ext cx="1483309" cy="4572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9050">
            <a:solidFill>
              <a:srgbClr val="0B0B0B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State 5</a:t>
            </a:r>
          </a:p>
        </p:txBody>
      </p:sp>
      <p:sp>
        <p:nvSpPr>
          <p:cNvPr id="53" name="shape53"/>
          <p:cNvSpPr/>
          <p:nvPr/>
        </p:nvSpPr>
        <p:spPr>
          <a:xfrm>
            <a:off x="10251186" y="1700784"/>
            <a:ext cx="1483309" cy="4572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9050">
            <a:solidFill>
              <a:srgbClr val="0B0B0B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State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10.44 State Modelling — blank template</dc:title>
  <dc:creator>Business Analyst Services</dc:creator>
  <cp:lastModifiedBy>Business Analyst Services</cp:lastModifiedBy>
</cp:coreProperties>
</file>