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  Backlog Management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state.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Keeps a ranked, living list of outstanding work so the next most valuable item is always visible at the top.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Backlog management is the ongoing custody of the list; prioritisation is the act of ordering it. Items about re-ranking after new information are prioritisation; items about how the list itself is maintained and drawn from are backlog management.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5.2 Maintain Requirements · 5.3 Prioritize Requirements · 5.4 Assess Requirements Changes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Backlog Management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Items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 Backlog Management — blank template</dc:title>
  <dc:creator>Business Analyst Services</dc:creator>
  <cp:lastModifiedBy>Business Analyst Services</cp:lastModifiedBy>
</cp:coreProperties>
</file>