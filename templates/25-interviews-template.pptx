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18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10.25  Interviews</a:t>
            </a:r>
          </a:p>
        </p:txBody>
      </p:sp>
      <p:sp>
        <p:nvSpPr>
          <p:cNvPr id="19" name="shape19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Elicitation and collaboration</a:t>
            </a:r>
          </a:p>
        </p:txBody>
      </p:sp>
      <p:sp>
        <p:nvSpPr>
          <p:cNvPr id="20" name="shape20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1" name="conn21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2" name="shape22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3" name="shape23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10.25</a:t>
            </a:r>
          </a:p>
        </p:txBody>
      </p:sp>
      <p:sp>
        <p:nvSpPr>
          <p:cNvPr id="24" name="shape24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Interviews — blank template</a:t>
            </a:r>
          </a:p>
        </p:txBody>
      </p:sp>
      <p:sp>
        <p:nvSpPr>
          <p:cNvPr id="25" name="shape25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One row per question.</a:t>
            </a:r>
          </a:p>
        </p:txBody>
      </p:sp>
      <p:graphicFrame>
        <p:nvGraphicFramePr>
          <p:cNvPr id="26" name="table26"/>
          <p:cNvGraphicFramePr>
            <a:graphicFrameLocks noGrp="1"/>
          </p:cNvGraphicFramePr>
          <p:nvPr/>
        </p:nvGraphicFramePr>
        <p:xfrm>
          <a:off x="457200" y="1700784"/>
          <a:ext cx="11277295" cy="384048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4449928"/>
                <a:gridCol w="444992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Question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Why it is being asked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10.25 Interviews — blank template</dc:title>
  <dc:creator>Business Analyst Services</dc:creator>
  <cp:lastModifiedBy>Business Analyst Services</cp:lastModifiedBy>
</cp:coreProperties>
</file>