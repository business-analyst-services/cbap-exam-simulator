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27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10.8  Business Model Canvas</a:t>
            </a:r>
          </a:p>
        </p:txBody>
      </p:sp>
      <p:sp>
        <p:nvSpPr>
          <p:cNvPr id="28" name="shape28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Strategy and discovery</a:t>
            </a:r>
          </a:p>
        </p:txBody>
      </p:sp>
      <p:sp>
        <p:nvSpPr>
          <p:cNvPr id="29" name="shape29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0" name="conn30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31" name="shape31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32" name="shape32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10.8</a:t>
            </a:r>
          </a:p>
        </p:txBody>
      </p:sp>
      <p:sp>
        <p:nvSpPr>
          <p:cNvPr id="33" name="shape33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34" name="shape34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Panels are fixed. An empty panel is a finding, not an omission.</a:t>
            </a:r>
          </a:p>
        </p:txBody>
      </p:sp>
      <p:sp>
        <p:nvSpPr>
          <p:cNvPr id="35" name="shape35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36" name="shape36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Lays the operating logic of a business on one page across nine blocks, from value proposition through to cost structure and revenue streams.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38" name="shape38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The canvas describes a whole business model; SWOT assesses position. An item asking what would break if the revenue model changed is canvas work; one asking what threatens the organisation is SWOT.</a:t>
            </a:r>
          </a:p>
        </p:txBody>
      </p:sp>
      <p:sp>
        <p:nvSpPr>
          <p:cNvPr id="39" name="shape39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40" name="shape40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6.1 Analyze Current State · 6.2 Define Future State</a:t>
            </a:r>
          </a:p>
        </p:txBody>
      </p:sp>
      <p:sp>
        <p:nvSpPr>
          <p:cNvPr id="41" name="shape41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Business Model Canvas — blank template</a:t>
            </a:r>
          </a:p>
        </p:txBody>
      </p:sp>
      <p:sp>
        <p:nvSpPr>
          <p:cNvPr id="42" name="shape42"/>
          <p:cNvSpPr/>
          <p:nvPr/>
        </p:nvSpPr>
        <p:spPr>
          <a:xfrm>
            <a:off x="3547872" y="1527048"/>
            <a:ext cx="1587947" cy="2600554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KEY PARTNERS</a:t>
            </a:r>
          </a:p>
          <a:p>
            <a:pPr algn="l"/>
            <a:endParaRPr lang="en-AU" sz="1100"/>
          </a:p>
        </p:txBody>
      </p:sp>
      <p:sp>
        <p:nvSpPr>
          <p:cNvPr id="43" name="shape43"/>
          <p:cNvSpPr/>
          <p:nvPr/>
        </p:nvSpPr>
        <p:spPr>
          <a:xfrm>
            <a:off x="5190683" y="1527048"/>
            <a:ext cx="1587947" cy="1272845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KEY ACTIVITIES</a:t>
            </a:r>
          </a:p>
          <a:p>
            <a:pPr algn="l"/>
            <a:endParaRPr lang="en-AU" sz="1100"/>
          </a:p>
        </p:txBody>
      </p:sp>
      <p:sp>
        <p:nvSpPr>
          <p:cNvPr id="44" name="shape44"/>
          <p:cNvSpPr/>
          <p:nvPr/>
        </p:nvSpPr>
        <p:spPr>
          <a:xfrm>
            <a:off x="6833494" y="1527048"/>
            <a:ext cx="1587947" cy="2600554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VALUE PROPOSITION</a:t>
            </a:r>
          </a:p>
          <a:p>
            <a:pPr algn="l"/>
            <a:endParaRPr lang="en-AU" sz="1100"/>
          </a:p>
        </p:txBody>
      </p:sp>
      <p:sp>
        <p:nvSpPr>
          <p:cNvPr id="45" name="shape45"/>
          <p:cNvSpPr/>
          <p:nvPr/>
        </p:nvSpPr>
        <p:spPr>
          <a:xfrm>
            <a:off x="8476305" y="1527048"/>
            <a:ext cx="1587947" cy="1272845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CUSTOMER RELATIONSHIP</a:t>
            </a:r>
          </a:p>
          <a:p>
            <a:pPr algn="l"/>
            <a:endParaRPr lang="en-AU" sz="1100"/>
          </a:p>
        </p:txBody>
      </p:sp>
      <p:sp>
        <p:nvSpPr>
          <p:cNvPr id="46" name="shape46"/>
          <p:cNvSpPr/>
          <p:nvPr/>
        </p:nvSpPr>
        <p:spPr>
          <a:xfrm>
            <a:off x="8476305" y="2854757"/>
            <a:ext cx="1587947" cy="1272845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CHANNELS</a:t>
            </a:r>
          </a:p>
          <a:p>
            <a:pPr algn="l"/>
            <a:endParaRPr lang="en-AU" sz="1100"/>
          </a:p>
        </p:txBody>
      </p:sp>
      <p:sp>
        <p:nvSpPr>
          <p:cNvPr id="47" name="shape47"/>
          <p:cNvSpPr/>
          <p:nvPr/>
        </p:nvSpPr>
        <p:spPr>
          <a:xfrm>
            <a:off x="10119116" y="1527048"/>
            <a:ext cx="1587947" cy="2600554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CUSTOMER SEGMENTS</a:t>
            </a:r>
          </a:p>
          <a:p>
            <a:pPr algn="l"/>
            <a:endParaRPr lang="en-AU" sz="1100"/>
          </a:p>
        </p:txBody>
      </p:sp>
      <p:sp>
        <p:nvSpPr>
          <p:cNvPr id="48" name="shape48"/>
          <p:cNvSpPr/>
          <p:nvPr/>
        </p:nvSpPr>
        <p:spPr>
          <a:xfrm>
            <a:off x="8476305" y="4182466"/>
            <a:ext cx="3230758" cy="1313078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REVENUE STREAMS</a:t>
            </a:r>
          </a:p>
          <a:p>
            <a:pPr algn="l"/>
            <a:endParaRPr lang="en-AU" sz="1100"/>
          </a:p>
        </p:txBody>
      </p:sp>
      <p:sp>
        <p:nvSpPr>
          <p:cNvPr id="49" name="shape49"/>
          <p:cNvSpPr/>
          <p:nvPr/>
        </p:nvSpPr>
        <p:spPr>
          <a:xfrm>
            <a:off x="3547872" y="4182466"/>
            <a:ext cx="4873569" cy="1313078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COST STRUCTURE</a:t>
            </a:r>
          </a:p>
          <a:p>
            <a:pPr algn="l"/>
            <a:endParaRPr lang="en-AU" sz="1100"/>
          </a:p>
        </p:txBody>
      </p:sp>
      <p:sp>
        <p:nvSpPr>
          <p:cNvPr id="50" name="shape50"/>
          <p:cNvSpPr/>
          <p:nvPr/>
        </p:nvSpPr>
        <p:spPr>
          <a:xfrm>
            <a:off x="5190683" y="2854757"/>
            <a:ext cx="1587947" cy="1272845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KEY RESOURCES</a:t>
            </a:r>
          </a:p>
          <a:p>
            <a:pPr algn="l"/>
            <a:endParaRPr lang="en-AU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10.8 Business Model Canvas — blank template</dc:title>
  <dc:creator>Business Analyst Services</dc:creator>
  <cp:lastModifiedBy>Business Analyst Services</cp:lastModifiedBy>
</cp:coreProperties>
</file>