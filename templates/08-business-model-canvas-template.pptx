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27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10.8  Business Model Canvas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29" name="shape29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0" name="conn30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1" name="shape31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2" name="shape32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10.8</a:t>
            </a:r>
          </a:p>
        </p:txBody>
      </p:sp>
      <p:sp>
        <p:nvSpPr>
          <p:cNvPr id="33" name="shape33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Business Model Canvas — blank template</a:t>
            </a:r>
          </a:p>
        </p:txBody>
      </p:sp>
      <p:sp>
        <p:nvSpPr>
          <p:cNvPr id="34" name="shape34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Panels are fixed. An empty panel is a finding, not an omission.</a:t>
            </a:r>
          </a:p>
        </p:txBody>
      </p:sp>
      <p:sp>
        <p:nvSpPr>
          <p:cNvPr id="35" name="shape35"/>
          <p:cNvSpPr/>
          <p:nvPr/>
        </p:nvSpPr>
        <p:spPr>
          <a:xfrm>
            <a:off x="484632" y="1728216"/>
            <a:ext cx="2200595" cy="291437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KEY PARTNERS</a:t>
            </a:r>
          </a:p>
          <a:p>
            <a:pPr algn="l"/>
            <a:endParaRPr lang="en-AU" sz="1100"/>
          </a:p>
        </p:txBody>
      </p:sp>
      <p:sp>
        <p:nvSpPr>
          <p:cNvPr id="36" name="shape36"/>
          <p:cNvSpPr/>
          <p:nvPr/>
        </p:nvSpPr>
        <p:spPr>
          <a:xfrm>
            <a:off x="2740091" y="1728216"/>
            <a:ext cx="2200595" cy="142975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KEY ACTIVITIES</a:t>
            </a:r>
          </a:p>
          <a:p>
            <a:pPr algn="l"/>
            <a:endParaRPr lang="en-AU" sz="1100"/>
          </a:p>
        </p:txBody>
      </p:sp>
      <p:sp>
        <p:nvSpPr>
          <p:cNvPr id="37" name="shape37"/>
          <p:cNvSpPr/>
          <p:nvPr/>
        </p:nvSpPr>
        <p:spPr>
          <a:xfrm>
            <a:off x="4995550" y="1728216"/>
            <a:ext cx="2200595" cy="291437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VALUE PROPOSITION</a:t>
            </a:r>
          </a:p>
          <a:p>
            <a:pPr algn="l"/>
            <a:endParaRPr lang="en-AU" sz="1100"/>
          </a:p>
        </p:txBody>
      </p:sp>
      <p:sp>
        <p:nvSpPr>
          <p:cNvPr id="38" name="shape38"/>
          <p:cNvSpPr/>
          <p:nvPr/>
        </p:nvSpPr>
        <p:spPr>
          <a:xfrm>
            <a:off x="7251009" y="1728216"/>
            <a:ext cx="2200595" cy="142975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CUSTOMER RELATIONSHIP</a:t>
            </a:r>
          </a:p>
          <a:p>
            <a:pPr algn="l"/>
            <a:endParaRPr lang="en-AU" sz="1100"/>
          </a:p>
        </p:txBody>
      </p:sp>
      <p:sp>
        <p:nvSpPr>
          <p:cNvPr id="39" name="shape39"/>
          <p:cNvSpPr/>
          <p:nvPr/>
        </p:nvSpPr>
        <p:spPr>
          <a:xfrm>
            <a:off x="7251009" y="3212836"/>
            <a:ext cx="2200595" cy="142975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CHANNELS</a:t>
            </a:r>
          </a:p>
          <a:p>
            <a:pPr algn="l"/>
            <a:endParaRPr lang="en-AU" sz="1100"/>
          </a:p>
        </p:txBody>
      </p:sp>
      <p:sp>
        <p:nvSpPr>
          <p:cNvPr id="40" name="shape40"/>
          <p:cNvSpPr/>
          <p:nvPr/>
        </p:nvSpPr>
        <p:spPr>
          <a:xfrm>
            <a:off x="9506468" y="1728216"/>
            <a:ext cx="2200595" cy="291437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CUSTOMER SEGMENTS</a:t>
            </a:r>
          </a:p>
          <a:p>
            <a:pPr algn="l"/>
            <a:endParaRPr lang="en-AU" sz="1100"/>
          </a:p>
        </p:txBody>
      </p:sp>
      <p:sp>
        <p:nvSpPr>
          <p:cNvPr id="41" name="shape41"/>
          <p:cNvSpPr/>
          <p:nvPr/>
        </p:nvSpPr>
        <p:spPr>
          <a:xfrm>
            <a:off x="7251009" y="4697456"/>
            <a:ext cx="4456054" cy="1474744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REVENUE STREAMS</a:t>
            </a:r>
          </a:p>
          <a:p>
            <a:pPr algn="l"/>
            <a:endParaRPr lang="en-AU" sz="1100"/>
          </a:p>
        </p:txBody>
      </p:sp>
      <p:sp>
        <p:nvSpPr>
          <p:cNvPr id="42" name="shape42"/>
          <p:cNvSpPr/>
          <p:nvPr/>
        </p:nvSpPr>
        <p:spPr>
          <a:xfrm>
            <a:off x="484632" y="4697456"/>
            <a:ext cx="6711513" cy="1474744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COST STRUCTURE</a:t>
            </a:r>
          </a:p>
          <a:p>
            <a:pPr algn="l"/>
            <a:endParaRPr lang="en-AU" sz="1100"/>
          </a:p>
        </p:txBody>
      </p:sp>
      <p:sp>
        <p:nvSpPr>
          <p:cNvPr id="43" name="shape43"/>
          <p:cNvSpPr/>
          <p:nvPr/>
        </p:nvSpPr>
        <p:spPr>
          <a:xfrm>
            <a:off x="2740091" y="3212836"/>
            <a:ext cx="2200595" cy="142975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KEY RESOURCES</a:t>
            </a:r>
          </a:p>
          <a:p>
            <a:pPr algn="l"/>
            <a:endParaRPr lang="en-AU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10.8 Business Model Canvas — blank template</dc:title>
  <dc:creator>Business Analyst Services</dc:creator>
  <cp:lastModifiedBy>Business Analyst Services</cp:lastModifiedBy>
</cp:coreProperties>
</file>