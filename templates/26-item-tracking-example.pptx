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10.26  Item Tracking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Planning, governance and tracking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10.26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Captures and follows issues, risks, conflicts and actions through to resolution, with an owner and a status on each.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things raised in sessions keep going missing, and the failure is one of follow-through rather than analysis.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Item tracking manages open items; risk analysis assesses and responds to risk. A raised concern with no owner is an item; a quantified threat with a response strategy is a risk.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4.5 Manage Stakeholder Collaboration · 5.4 Assess Requirements Changes · 3.5 Identify Business Analysis Performance Improvements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Nineteen concerns raised in four months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6071616"/>
            <a:ext cx="8214055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Raising something and watching nothing happen teaches people not to raise things.</a:t>
            </a:r>
          </a:p>
        </p:txBody>
      </p:sp>
      <p:graphicFrame>
        <p:nvGraphicFramePr>
          <p:cNvPr id="18" name="table18"/>
          <p:cNvGraphicFramePr>
            <a:graphicFrameLocks noGrp="1"/>
          </p:cNvGraphicFramePr>
          <p:nvPr/>
        </p:nvGraphicFramePr>
        <p:xfrm>
          <a:off x="3520440" y="1499616"/>
          <a:ext cx="8214055" cy="2304288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1459154"/>
                <a:gridCol w="1459154"/>
                <a:gridCol w="1459154"/>
                <a:gridCol w="1459154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Raised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Concern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Type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12 Mar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Assessors not consulted on field order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Issue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D. Nguyen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Closed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19 Mar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Duplicate-check rule undefined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Issue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No owner, 5 months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02 Apr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Cutover may land in peak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Risk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Moved to register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Open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23 Apr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Who signs off migration mapping?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Question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No owner, 4 months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07 May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Legacy report parity not agreed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Issue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No owner, 3 months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10.26 Item Tracking — worked example</dc:title>
  <dc:creator>Business Analyst Services</dc:creator>
  <cp:lastModifiedBy>Business Analyst Services</cp:lastModifiedBy>
</cp:coreProperties>
</file>