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10.13  Data Flow Diagrams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10.13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Shows where data comes from, what transforms it and where it ends up, across processes, stores and external parties.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concern is movement and custody of information rather than the order in which people act.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flow diagrams follow the data; process models follow the work. An item about who does what next is process modelling even when systems are involved.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Where a referral's patient identifiers travel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The register also feeds a nightly warehouse extract, unmasked. That store is where the privacy question actually lands.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5108387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5016947" y="1938528"/>
            <a:ext cx="2514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referral, identifiers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6764914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6673474" y="1938528"/>
            <a:ext cx="2514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URN, full identifiers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8421441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3" name="shape23"/>
          <p:cNvSpPr/>
          <p:nvPr/>
        </p:nvSpPr>
        <p:spPr>
          <a:xfrm>
            <a:off x="8330001" y="1938528"/>
            <a:ext cx="2514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patient record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10077968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5" name="shape25"/>
          <p:cNvSpPr/>
          <p:nvPr/>
        </p:nvSpPr>
        <p:spPr>
          <a:xfrm>
            <a:off x="9986528" y="1938528"/>
            <a:ext cx="2514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name, DOB, phone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1956816"/>
            <a:ext cx="158794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GP practice</a:t>
            </a:r>
          </a:p>
        </p:txBody>
      </p:sp>
      <p:sp>
        <p:nvSpPr>
          <p:cNvPr id="27" name="shape27"/>
          <p:cNvSpPr/>
          <p:nvPr/>
        </p:nvSpPr>
        <p:spPr>
          <a:xfrm>
            <a:off x="3520440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  <p:sp>
        <p:nvSpPr>
          <p:cNvPr id="28" name="shape28"/>
          <p:cNvSpPr/>
          <p:nvPr/>
        </p:nvSpPr>
        <p:spPr>
          <a:xfrm>
            <a:off x="5176967" y="1956816"/>
            <a:ext cx="1587947" cy="731520"/>
          </a:xfrm>
          <a:prstGeom prst="roundRect">
            <a:avLst>
              <a:gd name="adj" fmla="val 45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Referral intake</a:t>
            </a:r>
          </a:p>
        </p:txBody>
      </p:sp>
      <p:sp>
        <p:nvSpPr>
          <p:cNvPr id="29" name="shape29"/>
          <p:cNvSpPr/>
          <p:nvPr/>
        </p:nvSpPr>
        <p:spPr>
          <a:xfrm>
            <a:off x="5176967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process</a:t>
            </a:r>
          </a:p>
        </p:txBody>
      </p:sp>
      <p:sp>
        <p:nvSpPr>
          <p:cNvPr id="30" name="shape30"/>
          <p:cNvSpPr/>
          <p:nvPr/>
        </p:nvSpPr>
        <p:spPr>
          <a:xfrm>
            <a:off x="6833494" y="1956816"/>
            <a:ext cx="1587947" cy="731520"/>
          </a:xfrm>
          <a:prstGeom prst="flowChartMagneticDrum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Referral register</a:t>
            </a:r>
          </a:p>
        </p:txBody>
      </p:sp>
      <p:sp>
        <p:nvSpPr>
          <p:cNvPr id="31" name="shape31"/>
          <p:cNvSpPr/>
          <p:nvPr/>
        </p:nvSpPr>
        <p:spPr>
          <a:xfrm>
            <a:off x="6833494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data store</a:t>
            </a:r>
          </a:p>
        </p:txBody>
      </p:sp>
      <p:sp>
        <p:nvSpPr>
          <p:cNvPr id="32" name="shape32"/>
          <p:cNvSpPr/>
          <p:nvPr/>
        </p:nvSpPr>
        <p:spPr>
          <a:xfrm>
            <a:off x="8490021" y="1956816"/>
            <a:ext cx="1587947" cy="731520"/>
          </a:xfrm>
          <a:prstGeom prst="roundRect">
            <a:avLst>
              <a:gd name="adj" fmla="val 45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Appointment scheduling</a:t>
            </a:r>
          </a:p>
        </p:txBody>
      </p:sp>
      <p:sp>
        <p:nvSpPr>
          <p:cNvPr id="33" name="shape33"/>
          <p:cNvSpPr/>
          <p:nvPr/>
        </p:nvSpPr>
        <p:spPr>
          <a:xfrm>
            <a:off x="8490021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process</a:t>
            </a:r>
          </a:p>
        </p:txBody>
      </p:sp>
      <p:sp>
        <p:nvSpPr>
          <p:cNvPr id="34" name="shape34"/>
          <p:cNvSpPr/>
          <p:nvPr/>
        </p:nvSpPr>
        <p:spPr>
          <a:xfrm>
            <a:off x="10146548" y="1956816"/>
            <a:ext cx="158794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Scheduling vendor</a:t>
            </a:r>
          </a:p>
        </p:txBody>
      </p:sp>
      <p:sp>
        <p:nvSpPr>
          <p:cNvPr id="35" name="shape35"/>
          <p:cNvSpPr/>
          <p:nvPr/>
        </p:nvSpPr>
        <p:spPr>
          <a:xfrm>
            <a:off x="10146548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10.13 Data Flow Diagrams — worked example</dc:title>
  <dc:creator>Business Analyst Services</dc:creator>
  <cp:lastModifiedBy>Business Analyst Services</cp:lastModifiedBy>
</cp:coreProperties>
</file>