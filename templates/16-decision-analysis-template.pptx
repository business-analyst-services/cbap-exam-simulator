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1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10.16  Decision Analysis</a:t>
            </a:r>
          </a:p>
        </p:txBody>
      </p:sp>
      <p:sp>
        <p:nvSpPr>
          <p:cNvPr id="20" name="shape2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Valuation and decision</a:t>
            </a:r>
          </a:p>
        </p:txBody>
      </p:sp>
      <p:sp>
        <p:nvSpPr>
          <p:cNvPr id="21" name="shape2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4" name="shape2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10.16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One row per criterion.</a:t>
            </a:r>
          </a:p>
        </p:txBody>
      </p:sp>
      <p:sp>
        <p:nvSpPr>
          <p:cNvPr id="27" name="shape27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Structures a choice under uncertainty by setting out the options, the criteria, the values and the trade-offs between them.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Decision analysis chooses between options; prioritisation sequences items you have already agreed to do. If nothing is being discarded, it is prioritisation.</a:t>
            </a:r>
          </a:p>
        </p:txBody>
      </p:sp>
      <p:sp>
        <p:nvSpPr>
          <p:cNvPr id="31" name="shape31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2" name="shape32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7.6 Analyze Potential Value and Recommend Solution · 6.4 Define Change Strategy · 7.5 Define Design Options</a:t>
            </a:r>
          </a:p>
        </p:txBody>
      </p:sp>
      <p:sp>
        <p:nvSpPr>
          <p:cNvPr id="33" name="shape33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Decision Analysis — blank template</a:t>
            </a:r>
          </a:p>
        </p:txBody>
      </p:sp>
      <p:graphicFrame>
        <p:nvGraphicFramePr>
          <p:cNvPr id="34" name="table34"/>
          <p:cNvGraphicFramePr>
            <a:graphicFrameLocks noGrp="1"/>
          </p:cNvGraphicFramePr>
          <p:nvPr/>
        </p:nvGraphicFramePr>
        <p:xfrm>
          <a:off x="3520440" y="1499616"/>
          <a:ext cx="821405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167323"/>
                <a:gridCol w="1167323"/>
                <a:gridCol w="1167323"/>
                <a:gridCol w="1167323"/>
                <a:gridCol w="1167323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Criterion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Smart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Staged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Manual+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AMI-lite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10.16 Decision Analysis — blank template</dc:title>
  <dc:creator>Business Analyst Services</dc:creator>
  <cp:lastModifiedBy>Business Analyst Services</cp:lastModifiedBy>
</cp:coreProperties>
</file>