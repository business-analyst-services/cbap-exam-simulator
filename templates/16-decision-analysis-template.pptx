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10.16  Decision Analysis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10.16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Decision Analysis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criterion.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779971"/>
                <a:gridCol w="1779971"/>
                <a:gridCol w="1779971"/>
                <a:gridCol w="1779971"/>
                <a:gridCol w="1779971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Smart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Staged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Manual+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AMI-lite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10.16 Decision Analysis — blank template</dc:title>
  <dc:creator>Business Analyst Services</dc:creator>
  <cp:lastModifiedBy>Business Analyst Services</cp:lastModifiedBy>
</cp:coreProperties>
</file>