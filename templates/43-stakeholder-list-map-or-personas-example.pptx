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10.43  Stakeholder List, Map, or Personas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10.43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Identifies who is affected, positions them by influence, interest or attitude, and characterises user groups whose needs differ.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at the start, and again whenever the change moves into a part of the organisation you have not analysed.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Identifying and positioning stakeholders is analysis; deciding how often and how formally to deal with each is engagement planning under task 3.2. Producing a map is not the same as having a plan.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3.2 Plan Stakeholder Engagement · 6.1 Analyze Current State · 4.1 Prepare for Elicitation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Permit service — 200,000 users, four groups the average hides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Weighted by volume, the bottom-right group disappears. They are the ones with least alternative.</a:t>
            </a:r>
          </a:p>
        </p:txBody>
      </p:sp>
      <p:sp>
        <p:nvSpPr>
          <p:cNvPr id="18" name="shape18"/>
          <p:cNvSpPr/>
          <p:nvPr/>
        </p:nvSpPr>
        <p:spPr>
          <a:xfrm>
            <a:off x="4892040" y="1499616"/>
            <a:ext cx="68424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Interest →</a:t>
            </a:r>
          </a:p>
        </p:txBody>
      </p:sp>
      <p:sp>
        <p:nvSpPr>
          <p:cNvPr id="19" name="shape19"/>
          <p:cNvSpPr/>
          <p:nvPr/>
        </p:nvSpPr>
        <p:spPr>
          <a:xfrm>
            <a:off x="4892040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20" name="shape20"/>
          <p:cNvSpPr/>
          <p:nvPr/>
        </p:nvSpPr>
        <p:spPr>
          <a:xfrm>
            <a:off x="8313268" y="1737360"/>
            <a:ext cx="34212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21" name="shape21"/>
          <p:cNvSpPr/>
          <p:nvPr/>
        </p:nvSpPr>
        <p:spPr>
          <a:xfrm>
            <a:off x="3520440" y="20025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High</a:t>
            </a:r>
          </a:p>
        </p:txBody>
      </p:sp>
      <p:sp>
        <p:nvSpPr>
          <p:cNvPr id="22" name="shape22"/>
          <p:cNvSpPr/>
          <p:nvPr/>
        </p:nvSpPr>
        <p:spPr>
          <a:xfrm>
            <a:off x="4928616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MANAGE CLOSELY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Regulator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Professional agents — 4% of users, 61% of…</a:t>
            </a:r>
          </a:p>
        </p:txBody>
      </p:sp>
      <p:sp>
        <p:nvSpPr>
          <p:cNvPr id="23" name="shape23"/>
          <p:cNvSpPr/>
          <p:nvPr/>
        </p:nvSpPr>
        <p:spPr>
          <a:xfrm>
            <a:off x="8349844" y="20025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Finance</a:t>
            </a:r>
          </a:p>
        </p:txBody>
      </p:sp>
      <p:sp>
        <p:nvSpPr>
          <p:cNvPr id="24" name="shape24"/>
          <p:cNvSpPr/>
          <p:nvPr/>
        </p:nvSpPr>
        <p:spPr>
          <a:xfrm>
            <a:off x="3520440" y="3374136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Low</a:t>
            </a:r>
          </a:p>
        </p:txBody>
      </p:sp>
      <p:sp>
        <p:nvSpPr>
          <p:cNvPr id="25" name="shape25"/>
          <p:cNvSpPr/>
          <p:nvPr/>
        </p:nvSpPr>
        <p:spPr>
          <a:xfrm>
            <a:off x="4928616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General public — occasional users</a:t>
            </a:r>
          </a:p>
        </p:txBody>
      </p:sp>
      <p:sp>
        <p:nvSpPr>
          <p:cNvPr id="26" name="shape26"/>
          <p:cNvSpPr/>
          <p:nvPr/>
        </p:nvSpPr>
        <p:spPr>
          <a:xfrm>
            <a:off x="8349844" y="3374136"/>
            <a:ext cx="334807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DO NOT DESIGN OUT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Assistive technology users</a:t>
            </a:r>
          </a:p>
          <a:p>
            <a:pPr algn="l"/>
            <a:r>
              <a:rPr lang="en-AU" sz="850" dirty="0">
                <a:solidFill>
                  <a:srgbClr val="0B0B0B"/>
                </a:solidFill>
                <a:latin typeface="Aptos"/>
              </a:rPr>
              <a:t>• Low-connectivity households</a:t>
            </a:r>
          </a:p>
        </p:txBody>
      </p:sp>
      <p:sp>
        <p:nvSpPr>
          <p:cNvPr id="27" name="shape27"/>
          <p:cNvSpPr/>
          <p:nvPr/>
        </p:nvSpPr>
        <p:spPr>
          <a:xfrm>
            <a:off x="3474720" y="200253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Influence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10.43 Stakeholder List, Map, or Personas — worked example</dc:title>
  <dc:creator>Business Analyst Services</dc:creator>
  <cp:lastModifiedBy>Business Analyst Services</cp:lastModifiedBy>
</cp:coreProperties>
</file>