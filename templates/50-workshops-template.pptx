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27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10.50  Workshops</a:t>
            </a:r>
          </a:p>
        </p:txBody>
      </p:sp>
      <p:sp>
        <p:nvSpPr>
          <p:cNvPr id="28" name="shape28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Elicitation and collaboration</a:t>
            </a:r>
          </a:p>
        </p:txBody>
      </p:sp>
      <p:sp>
        <p:nvSpPr>
          <p:cNvPr id="29" name="shape29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30" name="conn30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31" name="shape31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32" name="shape32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10.50</a:t>
            </a:r>
          </a:p>
        </p:txBody>
      </p:sp>
      <p:sp>
        <p:nvSpPr>
          <p:cNvPr id="33" name="shape33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Workshops — blank template</a:t>
            </a:r>
          </a:p>
        </p:txBody>
      </p:sp>
      <p:sp>
        <p:nvSpPr>
          <p:cNvPr id="34" name="shape34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Record what can go wrong at each step underneath, not only the path where everything works.</a:t>
            </a:r>
          </a:p>
        </p:txBody>
      </p:sp>
      <p:sp>
        <p:nvSpPr>
          <p:cNvPr id="35" name="shape35"/>
          <p:cNvSpPr/>
          <p:nvPr/>
        </p:nvSpPr>
        <p:spPr>
          <a:xfrm>
            <a:off x="457200" y="1700784"/>
            <a:ext cx="2094525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750" b="1" dirty="0">
                <a:solidFill>
                  <a:srgbClr val="184F95"/>
                </a:solidFill>
                <a:latin typeface="Aptos"/>
              </a:rPr>
              <a:t>BEFORE</a:t>
            </a:r>
          </a:p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Step 1</a:t>
            </a:r>
          </a:p>
        </p:txBody>
      </p:sp>
      <p:cxnSp>
        <p:nvCxnSpPr>
          <p:cNvPr id="36" name="conn36"/>
          <p:cNvCxnSpPr/>
          <p:nvPr/>
        </p:nvCxnSpPr>
        <p:spPr>
          <a:xfrm>
            <a:off x="2570013" y="2386584"/>
            <a:ext cx="164592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sp>
        <p:nvSpPr>
          <p:cNvPr id="37" name="shape37"/>
          <p:cNvSpPr/>
          <p:nvPr/>
        </p:nvSpPr>
        <p:spPr>
          <a:xfrm>
            <a:off x="2752893" y="1700784"/>
            <a:ext cx="2094525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750" b="1" dirty="0">
                <a:solidFill>
                  <a:srgbClr val="184F95"/>
                </a:solidFill>
                <a:latin typeface="Aptos"/>
              </a:rPr>
              <a:t>OPEN</a:t>
            </a:r>
          </a:p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Step 2</a:t>
            </a:r>
          </a:p>
        </p:txBody>
      </p:sp>
      <p:cxnSp>
        <p:nvCxnSpPr>
          <p:cNvPr id="38" name="conn38"/>
          <p:cNvCxnSpPr/>
          <p:nvPr/>
        </p:nvCxnSpPr>
        <p:spPr>
          <a:xfrm>
            <a:off x="4865705" y="2386584"/>
            <a:ext cx="164592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sp>
        <p:nvSpPr>
          <p:cNvPr id="39" name="shape39"/>
          <p:cNvSpPr/>
          <p:nvPr/>
        </p:nvSpPr>
        <p:spPr>
          <a:xfrm>
            <a:off x="5048585" y="1700784"/>
            <a:ext cx="2094525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750" b="1" dirty="0">
                <a:solidFill>
                  <a:srgbClr val="184F95"/>
                </a:solidFill>
                <a:latin typeface="Aptos"/>
              </a:rPr>
              <a:t>WORK</a:t>
            </a:r>
          </a:p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Step 3</a:t>
            </a:r>
          </a:p>
        </p:txBody>
      </p:sp>
      <p:cxnSp>
        <p:nvCxnSpPr>
          <p:cNvPr id="40" name="conn40"/>
          <p:cNvCxnSpPr/>
          <p:nvPr/>
        </p:nvCxnSpPr>
        <p:spPr>
          <a:xfrm>
            <a:off x="7161398" y="2386584"/>
            <a:ext cx="164592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sp>
        <p:nvSpPr>
          <p:cNvPr id="41" name="shape41"/>
          <p:cNvSpPr/>
          <p:nvPr/>
        </p:nvSpPr>
        <p:spPr>
          <a:xfrm>
            <a:off x="7344278" y="1700784"/>
            <a:ext cx="2094525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750" b="1" dirty="0">
                <a:solidFill>
                  <a:srgbClr val="184F95"/>
                </a:solidFill>
                <a:latin typeface="Aptos"/>
              </a:rPr>
              <a:t>DECIDE</a:t>
            </a:r>
          </a:p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Step 4</a:t>
            </a:r>
          </a:p>
        </p:txBody>
      </p:sp>
      <p:cxnSp>
        <p:nvCxnSpPr>
          <p:cNvPr id="42" name="conn42"/>
          <p:cNvCxnSpPr/>
          <p:nvPr/>
        </p:nvCxnSpPr>
        <p:spPr>
          <a:xfrm>
            <a:off x="9457091" y="2386584"/>
            <a:ext cx="164592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sp>
        <p:nvSpPr>
          <p:cNvPr id="43" name="shape43"/>
          <p:cNvSpPr/>
          <p:nvPr/>
        </p:nvSpPr>
        <p:spPr>
          <a:xfrm>
            <a:off x="9639971" y="1700784"/>
            <a:ext cx="2094525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750" b="1" dirty="0">
                <a:solidFill>
                  <a:srgbClr val="184F95"/>
                </a:solidFill>
                <a:latin typeface="Aptos"/>
              </a:rPr>
              <a:t>CLOSE</a:t>
            </a:r>
          </a:p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Step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10.50 Workshops — blank template</dc:title>
  <dc:creator>Business Analyst Services</dc:creator>
  <cp:lastModifiedBy>Business Analyst Services</cp:lastModifiedBy>
</cp:coreProperties>
</file>