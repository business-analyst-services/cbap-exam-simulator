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27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10.50  Workshops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29" name="shape29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0" name="conn30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1" name="shape31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2" name="shape32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10.50</a:t>
            </a:r>
          </a:p>
        </p:txBody>
      </p:sp>
      <p:sp>
        <p:nvSpPr>
          <p:cNvPr id="33" name="shape33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34" name="shape34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Record what can go wrong at each step underneath, not only the path where everything works.</a:t>
            </a:r>
          </a:p>
        </p:txBody>
      </p:sp>
      <p:sp>
        <p:nvSpPr>
          <p:cNvPr id="35" name="shape35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36" name="shape36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Brings the right stakeholders together in a facilitated, purposeful session that ends in a defined work product.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8" name="shape38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workshop produces an agreed output; a focus group gathers views; a meeting has no such contract. The presence of a facilitator, a defined output and a scribe is what makes it a workshop.</a:t>
            </a:r>
          </a:p>
        </p:txBody>
      </p:sp>
      <p:sp>
        <p:nvSpPr>
          <p:cNvPr id="39" name="shape39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40" name="shape40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4.3 Confirm Elicitation Results · 7.3 Validate Requirements</a:t>
            </a:r>
          </a:p>
        </p:txBody>
      </p:sp>
      <p:sp>
        <p:nvSpPr>
          <p:cNvPr id="41" name="shape41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Workshops — blank template</a:t>
            </a:r>
          </a:p>
        </p:txBody>
      </p:sp>
      <p:sp>
        <p:nvSpPr>
          <p:cNvPr id="42" name="shape42"/>
          <p:cNvSpPr/>
          <p:nvPr/>
        </p:nvSpPr>
        <p:spPr>
          <a:xfrm>
            <a:off x="3520440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BEFORE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1</a:t>
            </a:r>
          </a:p>
        </p:txBody>
      </p:sp>
      <p:cxnSp>
        <p:nvCxnSpPr>
          <p:cNvPr id="43" name="conn43"/>
          <p:cNvCxnSpPr/>
          <p:nvPr/>
        </p:nvCxnSpPr>
        <p:spPr>
          <a:xfrm>
            <a:off x="5020605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44" name="shape44"/>
          <p:cNvSpPr/>
          <p:nvPr/>
        </p:nvSpPr>
        <p:spPr>
          <a:xfrm>
            <a:off x="5203485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OPEN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2</a:t>
            </a:r>
          </a:p>
        </p:txBody>
      </p:sp>
      <p:cxnSp>
        <p:nvCxnSpPr>
          <p:cNvPr id="45" name="conn45"/>
          <p:cNvCxnSpPr/>
          <p:nvPr/>
        </p:nvCxnSpPr>
        <p:spPr>
          <a:xfrm>
            <a:off x="6703649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46" name="shape46"/>
          <p:cNvSpPr/>
          <p:nvPr/>
        </p:nvSpPr>
        <p:spPr>
          <a:xfrm>
            <a:off x="6886529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WORK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3</a:t>
            </a:r>
          </a:p>
        </p:txBody>
      </p:sp>
      <p:cxnSp>
        <p:nvCxnSpPr>
          <p:cNvPr id="47" name="conn47"/>
          <p:cNvCxnSpPr/>
          <p:nvPr/>
        </p:nvCxnSpPr>
        <p:spPr>
          <a:xfrm>
            <a:off x="8386694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48" name="shape48"/>
          <p:cNvSpPr/>
          <p:nvPr/>
        </p:nvSpPr>
        <p:spPr>
          <a:xfrm>
            <a:off x="8569574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DECIDE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4</a:t>
            </a:r>
          </a:p>
        </p:txBody>
      </p:sp>
      <p:cxnSp>
        <p:nvCxnSpPr>
          <p:cNvPr id="49" name="conn49"/>
          <p:cNvCxnSpPr/>
          <p:nvPr/>
        </p:nvCxnSpPr>
        <p:spPr>
          <a:xfrm>
            <a:off x="10069739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50" name="shape50"/>
          <p:cNvSpPr/>
          <p:nvPr/>
        </p:nvSpPr>
        <p:spPr>
          <a:xfrm>
            <a:off x="10252619" y="1499616"/>
            <a:ext cx="1481877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CLOSE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10.50 Workshops — blank template</dc:title>
  <dc:creator>Business Analyst Services</dc:creator>
  <cp:lastModifiedBy>Business Analyst Services</cp:lastModifiedBy>
</cp:coreProperties>
</file>