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20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10.41  Scope Modelling</a:t>
            </a:r>
          </a:p>
        </p:txBody>
      </p:sp>
      <p:sp>
        <p:nvSpPr>
          <p:cNvPr id="21" name="shape21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Modelling and specification</a:t>
            </a:r>
          </a:p>
        </p:txBody>
      </p:sp>
      <p:sp>
        <p:nvSpPr>
          <p:cNvPr id="22" name="shape22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23" name="conn23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24" name="shape24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25" name="shape25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10.41</a:t>
            </a:r>
          </a:p>
        </p:txBody>
      </p:sp>
      <p:sp>
        <p:nvSpPr>
          <p:cNvPr id="26" name="shape26"/>
          <p:cNvSpPr/>
          <p:nvPr/>
        </p:nvSpPr>
        <p:spPr>
          <a:xfrm>
            <a:off x="457200" y="1207008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250" b="1" dirty="0">
                <a:solidFill>
                  <a:srgbClr val="184F95"/>
                </a:solidFill>
                <a:latin typeface="Aptos"/>
              </a:rPr>
              <a:t>Scope Modelling — blank template</a:t>
            </a:r>
          </a:p>
        </p:txBody>
      </p:sp>
      <p:sp>
        <p:nvSpPr>
          <p:cNvPr id="27" name="shape27"/>
          <p:cNvSpPr/>
          <p:nvPr/>
        </p:nvSpPr>
        <p:spPr>
          <a:xfrm>
            <a:off x="457200" y="6089904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Panels are fixed. An empty panel is a finding, not an omission.</a:t>
            </a:r>
          </a:p>
        </p:txBody>
      </p:sp>
      <p:sp>
        <p:nvSpPr>
          <p:cNvPr id="28" name="shape28"/>
          <p:cNvSpPr/>
          <p:nvPr/>
        </p:nvSpPr>
        <p:spPr>
          <a:xfrm>
            <a:off x="484632" y="1728216"/>
            <a:ext cx="3704234" cy="1499616"/>
          </a:xfrm>
          <a:prstGeom prst="rect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IN SCOPE</a:t>
            </a:r>
          </a:p>
          <a:p>
            <a:pPr algn="l"/>
            <a:endParaRPr lang="en-AU" sz="1100"/>
          </a:p>
        </p:txBody>
      </p:sp>
      <p:sp>
        <p:nvSpPr>
          <p:cNvPr id="29" name="shape29"/>
          <p:cNvSpPr/>
          <p:nvPr/>
        </p:nvSpPr>
        <p:spPr>
          <a:xfrm>
            <a:off x="4243730" y="1728216"/>
            <a:ext cx="3704234" cy="1499616"/>
          </a:xfrm>
          <a:prstGeom prst="rect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OUT OF SCOPE</a:t>
            </a:r>
          </a:p>
          <a:p>
            <a:pPr algn="l"/>
            <a:endParaRPr lang="en-AU" sz="1100"/>
          </a:p>
        </p:txBody>
      </p:sp>
      <p:sp>
        <p:nvSpPr>
          <p:cNvPr id="30" name="shape30"/>
          <p:cNvSpPr/>
          <p:nvPr/>
        </p:nvSpPr>
        <p:spPr>
          <a:xfrm>
            <a:off x="8002829" y="1728216"/>
            <a:ext cx="3704234" cy="1499616"/>
          </a:xfrm>
          <a:prstGeom prst="rect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ADJACENT — DECIDE BEFORE IT DRIFTS</a:t>
            </a:r>
          </a:p>
          <a:p>
            <a:pPr algn="l"/>
            <a:endParaRPr lang="en-AU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10.41 Scope Modelling — blank template</dc:title>
  <dc:creator>Business Analyst Services</dc:creator>
  <cp:lastModifiedBy>Business Analyst Services</cp:lastModifiedBy>
</cp:coreProperties>
</file>