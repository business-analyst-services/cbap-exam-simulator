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10.41  Scope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10.41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Draws the boundary of the change: what is inside, what is outside, and what sits on the edge.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scope is contested, when the effort keeps absorbing adjacent work, or before any credible estimate can be given.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Scope modelling sets the boundary; interface analysis specifies what crosses it; functional decomposition breaks down what is inside. Boundary disputes are scope.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6.2 Define Future State · 6.4 Define Change Strategy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Licensing modernisation, after three informal absorptions</a:t>
            </a:r>
          </a:p>
        </p:txBody>
      </p:sp>
      <p:sp>
        <p:nvSpPr>
          <p:cNvPr id="17" name="shape17"/>
          <p:cNvSpPr/>
          <p:nvPr/>
        </p:nvSpPr>
        <p:spPr>
          <a:xfrm>
            <a:off x="3547872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IN SCOPE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Licence application and renewal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Eligibility assessment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Fee calculation and payment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Public register of licences</a:t>
            </a:r>
          </a:p>
        </p:txBody>
      </p:sp>
      <p:sp>
        <p:nvSpPr>
          <p:cNvPr id="18" name="shape18"/>
          <p:cNvSpPr/>
          <p:nvPr/>
        </p:nvSpPr>
        <p:spPr>
          <a:xfrm>
            <a:off x="6285890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OUT OF SCOPE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Complaints handling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Inspections scheduling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Prosecution case management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Finance general ledger</a:t>
            </a:r>
          </a:p>
        </p:txBody>
      </p:sp>
      <p:sp>
        <p:nvSpPr>
          <p:cNvPr id="19" name="shape19"/>
          <p:cNvSpPr/>
          <p:nvPr/>
        </p:nvSpPr>
        <p:spPr>
          <a:xfrm>
            <a:off x="9023909" y="1527048"/>
            <a:ext cx="268315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ADJACENT — DECIDE BEFORE IT DRIFTS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Inspection outcomes feeding eligibility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Register data reused by complaints</a:t>
            </a:r>
          </a:p>
          <a:p>
            <a:pPr algn="l"/>
            <a:r>
              <a:rPr lang="en-AU" sz="800" dirty="0">
                <a:solidFill>
                  <a:srgbClr val="0B0B0B"/>
                </a:solidFill>
                <a:latin typeface="Aptos"/>
              </a:rPr>
              <a:t>• Shared identity for licence holders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10.41 Scope Modelling — worked example</dc:title>
  <dc:creator>Business Analyst Services</dc:creator>
  <cp:lastModifiedBy>Business Analyst Services</cp:lastModifiedBy>
</cp:coreProperties>
</file>