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  Acceptance and Evaluation Criteria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Measurement and evaluation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States the conditions a solution must meet to be accepted, and the measures used to judge one option against another.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a requirement has to be testable before anyone builds against it, or when competing options need a common yardstick rather than opinion.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Acceptance criteria are pass or fail and belong to a single requirement; evaluation criteria rank options against each other. An item that asks you to choose between suppliers wants evaluation, not acceptance.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7.3 Validate Requirements · 8.1 Measure Solution Performance · 5.3 Prioritize Requirements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Two activities, two differently built sets of criteria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A zero weight removes a criterion from the ranking; it does not turn it into a threshold.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1152144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945538"/>
                <a:gridCol w="1945538"/>
                <a:gridCol w="194553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Form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Choose a ticketing supplier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Weighted, comparative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Integration effort, weight 25%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 ranking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Admit a journey planner requirement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Threshold, binary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Returns a route within 2 s at peak load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Pass or fail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 Acceptance and Evaluation Criteria — worked example</dc:title>
  <dc:creator>Business Analyst Services</dc:creator>
  <cp:lastModifiedBy>Business Analyst Services</cp:lastModifiedBy>
</cp:coreProperties>
</file>