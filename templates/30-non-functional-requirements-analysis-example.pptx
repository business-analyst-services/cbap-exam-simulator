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10.30  Non-Functional Requirements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10.30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Specifies the qualities a solution must exhibit, such as performance, availability, security, usability and maintainability, in measurable terms.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as soon as functional requirements are stable, because the qualities usually decide the architecture.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Non-functional requirements describe how well the solution behaves; business rules constrain what the business permits. And a quality with no number attached is an aspiration, not a requirement.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7.5 Define Design Options · 7.2 Verify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Permit portal qualities, made measurable before tender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Under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Response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Page render, 95th percentile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&lt; 2.0 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400 concurrent users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Availability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Monthly uptime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99.5%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Excluding notified windows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Security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Assessed against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ASD Essential Eight, Maturity 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Annual review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Accessibility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Conformance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WCAG 2.1 AA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All public pages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Capacity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Permits lodged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12,000 / month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Peak month, June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10.30 Non-Functional Requirements Analysis — worked example</dc:title>
  <dc:creator>Business Analyst Services</dc:creator>
  <cp:lastModifiedBy>Business Analyst Services</cp:lastModifiedBy>
</cp:coreProperties>
</file>