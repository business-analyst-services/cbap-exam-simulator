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10.14  Data Mining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Strategy and discovery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10.14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Interrogates large data sets for patterns and relationships that were not hypothesised in advance.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the evidence for a problem or an opportunity is already sitting in operational data and nobody has looked.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Data mining finds the pattern; metrics and KPIs track a measure you already chose. If the scenario knows what it wants to watch, it does not need mining.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6.1 Analyze Current State · 8.2 Analyze Performance Measures · 4.2 Conduct Elicitation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Eleven years of order history, interrogated before anyone was surveyed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None of these was on anyone's list of suspected causes.</a:t>
            </a:r>
          </a:p>
        </p:txBody>
      </p:sp>
      <p:graphicFrame>
        <p:nvGraphicFramePr>
          <p:cNvPr id="18" name="table18"/>
          <p:cNvGraphicFramePr>
            <a:graphicFrameLocks noGrp="1"/>
          </p:cNvGraphicFramePr>
          <p:nvPr/>
        </p:nvGraphicFramePr>
        <p:xfrm>
          <a:off x="3520440" y="1499616"/>
          <a:ext cx="8214055" cy="192024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918308"/>
                <a:gridCol w="291830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Pattern found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Holds for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Lead time to churn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Two consecutive short-paid invoices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81% of churned accounts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5–7 months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Order frequency drops below 60% of own baseline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74%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4 months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Any delivery complaint unresolved past 30 days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69%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3 months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Contact person changes and is not re-engaged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58%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8 months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10.14 Data Mining — worked example</dc:title>
  <dc:creator>Business Analyst Services</dc:creator>
  <cp:lastModifiedBy>Business Analyst Services</cp:lastModifiedBy>
</cp:coreProperties>
</file>