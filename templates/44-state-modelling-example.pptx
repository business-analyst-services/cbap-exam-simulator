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10.44  State Modelling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10.44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Describes the states an object can occupy, the transitions between them and the events and conditions that permit each transition.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same object behaves differently depending on where it is in its life, and the rules about what may happen next are the requirement.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State modelling tracks what an object may become; process modelling tracks what people do. If the stem is full of statuses such as lodged, assessed, withdrawn, it is state.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6.1 Analyze Current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Tribunal case — which statuses may follow which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Specifying the permitted transitions is what prevents the two disputes. Staff diligence was never going to.</a:t>
            </a:r>
          </a:p>
        </p:txBody>
      </p:sp>
      <p:cxnSp>
        <p:nvCxnSpPr>
          <p:cNvPr id="18" name="conn18"/>
          <p:cNvCxnSpPr/>
          <p:nvPr/>
        </p:nvCxnSpPr>
        <p:spPr>
          <a:xfrm>
            <a:off x="4493209" y="1728216"/>
            <a:ext cx="47548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19" name="shape19"/>
          <p:cNvSpPr/>
          <p:nvPr/>
        </p:nvSpPr>
        <p:spPr>
          <a:xfrm>
            <a:off x="4365193" y="141732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allocated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5941466" y="1728216"/>
            <a:ext cx="47548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1" name="shape21"/>
          <p:cNvSpPr/>
          <p:nvPr/>
        </p:nvSpPr>
        <p:spPr>
          <a:xfrm>
            <a:off x="5813450" y="141732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listed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7389724" y="1728216"/>
            <a:ext cx="47548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3" name="shape23"/>
          <p:cNvSpPr/>
          <p:nvPr/>
        </p:nvSpPr>
        <p:spPr>
          <a:xfrm>
            <a:off x="7261708" y="141732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heard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8837981" y="1728216"/>
            <a:ext cx="475488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5" name="shape25"/>
          <p:cNvSpPr/>
          <p:nvPr/>
        </p:nvSpPr>
        <p:spPr>
          <a:xfrm>
            <a:off x="8709965" y="141732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determined</a:t>
            </a:r>
          </a:p>
        </p:txBody>
      </p:sp>
      <p:sp>
        <p:nvSpPr>
          <p:cNvPr id="26" name="shape26"/>
          <p:cNvSpPr/>
          <p:nvPr/>
        </p:nvSpPr>
        <p:spPr>
          <a:xfrm>
            <a:off x="3520440" y="1499616"/>
            <a:ext cx="97276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Lodged</a:t>
            </a:r>
          </a:p>
        </p:txBody>
      </p:sp>
      <p:sp>
        <p:nvSpPr>
          <p:cNvPr id="27" name="shape27"/>
          <p:cNvSpPr/>
          <p:nvPr/>
        </p:nvSpPr>
        <p:spPr>
          <a:xfrm>
            <a:off x="4968697" y="1499616"/>
            <a:ext cx="97276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Allocated</a:t>
            </a:r>
          </a:p>
        </p:txBody>
      </p:sp>
      <p:sp>
        <p:nvSpPr>
          <p:cNvPr id="28" name="shape28"/>
          <p:cNvSpPr/>
          <p:nvPr/>
        </p:nvSpPr>
        <p:spPr>
          <a:xfrm>
            <a:off x="6416954" y="1499616"/>
            <a:ext cx="97276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Listed</a:t>
            </a:r>
          </a:p>
        </p:txBody>
      </p:sp>
      <p:sp>
        <p:nvSpPr>
          <p:cNvPr id="29" name="shape29"/>
          <p:cNvSpPr/>
          <p:nvPr/>
        </p:nvSpPr>
        <p:spPr>
          <a:xfrm>
            <a:off x="7865212" y="1499616"/>
            <a:ext cx="97276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Reserved</a:t>
            </a:r>
          </a:p>
        </p:txBody>
      </p:sp>
      <p:sp>
        <p:nvSpPr>
          <p:cNvPr id="30" name="shape30"/>
          <p:cNvSpPr/>
          <p:nvPr/>
        </p:nvSpPr>
        <p:spPr>
          <a:xfrm>
            <a:off x="9313469" y="1499616"/>
            <a:ext cx="97276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9050">
            <a:solidFill>
              <a:srgbClr val="0B0B0B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Determined</a:t>
            </a:r>
          </a:p>
        </p:txBody>
      </p:sp>
      <p:sp>
        <p:nvSpPr>
          <p:cNvPr id="31" name="shape31"/>
          <p:cNvSpPr/>
          <p:nvPr/>
        </p:nvSpPr>
        <p:spPr>
          <a:xfrm>
            <a:off x="10761726" y="1499616"/>
            <a:ext cx="972769" cy="4572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9050">
            <a:solidFill>
              <a:srgbClr val="0B0B0B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Struck out</a:t>
            </a:r>
          </a:p>
        </p:txBody>
      </p:sp>
      <p:sp>
        <p:nvSpPr>
          <p:cNvPr id="32" name="shape32"/>
          <p:cNvSpPr/>
          <p:nvPr/>
        </p:nvSpPr>
        <p:spPr>
          <a:xfrm>
            <a:off x="3520440" y="2569464"/>
            <a:ext cx="821405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↳ Reserved → Listed   adjourned, relisted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2807208"/>
            <a:ext cx="821405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↳ Allocated → Struck out   struck out</a:t>
            </a:r>
          </a:p>
        </p:txBody>
      </p:sp>
      <p:sp>
        <p:nvSpPr>
          <p:cNvPr id="34" name="shape34"/>
          <p:cNvSpPr/>
          <p:nvPr/>
        </p:nvSpPr>
        <p:spPr>
          <a:xfrm>
            <a:off x="3520440" y="3044952"/>
            <a:ext cx="821405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D03B3B"/>
                </a:solidFill>
                <a:latin typeface="Aptos"/>
              </a:rPr>
              <a:t>✕ Determined → Listed   adjourned after determination</a:t>
            </a:r>
          </a:p>
        </p:txBody>
      </p:sp>
      <p:sp>
        <p:nvSpPr>
          <p:cNvPr id="35" name="shape35"/>
          <p:cNvSpPr/>
          <p:nvPr/>
        </p:nvSpPr>
        <p:spPr>
          <a:xfrm>
            <a:off x="3520440" y="3282696"/>
            <a:ext cx="821405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D03B3B"/>
                </a:solidFill>
                <a:latin typeface="Aptos"/>
              </a:rPr>
              <a:t>✕ Struck out → Allocated   reinstated after strike 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10.44 State Modelling — worked example</dc:title>
  <dc:creator>Business Analyst Services</dc:creator>
  <cp:lastModifiedBy>Business Analyst Services</cp:lastModifiedBy>
</cp:coreProperties>
</file>