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10.37  Reviews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Planning, governance and tracking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10.37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Reviews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review.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966618"/>
                <a:gridCol w="2966618"/>
                <a:gridCol w="296661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Question asked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Participants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Found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10.37 Reviews — blank template</dc:title>
  <dc:creator>Business Analyst Services</dc:creator>
  <cp:lastModifiedBy>Business Analyst Services</cp:lastModifiedBy>
</cp:coreProperties>
</file>