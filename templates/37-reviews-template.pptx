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10.37  Reviews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10.37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review.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Puts a work product in front of others to find defects, confirm understanding or obtain agreement, formally or informally.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Verification asks whether the requirement is well written; validation asks whether it delivers value. A review is the vehicle for either, so read what the reviewers are being asked to judge.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7.2 Verify Requirements · 7.3 Validate Requirements · 5.5 Approve Requirements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Reviews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 asked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Participants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Found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10.37 Reviews — blank template</dc:title>
  <dc:creator>Business Analyst Services</dc:creator>
  <cp:lastModifiedBy>Business Analyst Services</cp:lastModifiedBy>
</cp:coreProperties>
</file>