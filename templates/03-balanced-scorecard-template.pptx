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22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  Balanced Scorecard</a:t>
            </a:r>
          </a:p>
        </p:txBody>
      </p:sp>
      <p:sp>
        <p:nvSpPr>
          <p:cNvPr id="23" name="shape23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Measurement and evaluation</a:t>
            </a:r>
          </a:p>
        </p:txBody>
      </p:sp>
      <p:sp>
        <p:nvSpPr>
          <p:cNvPr id="24" name="shape24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5" name="conn25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6" name="shape26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7" name="shape27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Balanced Scorecard — blank template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Panels are fixed. An empty panel is a finding, not an omission.</a:t>
            </a:r>
          </a:p>
        </p:txBody>
      </p:sp>
      <p:sp>
        <p:nvSpPr>
          <p:cNvPr id="30" name="shape30"/>
          <p:cNvSpPr/>
          <p:nvPr/>
        </p:nvSpPr>
        <p:spPr>
          <a:xfrm>
            <a:off x="484632" y="1728216"/>
            <a:ext cx="558378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FINANCIAL — 4 MEASURES</a:t>
            </a:r>
          </a:p>
          <a:p>
            <a:pPr algn="l"/>
            <a:endParaRPr lang="en-AU" sz="1100"/>
          </a:p>
        </p:txBody>
      </p:sp>
      <p:sp>
        <p:nvSpPr>
          <p:cNvPr id="31" name="shape31"/>
          <p:cNvSpPr/>
          <p:nvPr/>
        </p:nvSpPr>
        <p:spPr>
          <a:xfrm>
            <a:off x="6123280" y="1728216"/>
            <a:ext cx="558378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INTERNAL PROCESS — 3 MEASURES</a:t>
            </a:r>
          </a:p>
          <a:p>
            <a:pPr algn="l"/>
            <a:endParaRPr lang="en-AU" sz="1100"/>
          </a:p>
        </p:txBody>
      </p:sp>
      <p:sp>
        <p:nvSpPr>
          <p:cNvPr id="32" name="shape32"/>
          <p:cNvSpPr/>
          <p:nvPr/>
        </p:nvSpPr>
        <p:spPr>
          <a:xfrm>
            <a:off x="484632" y="3282696"/>
            <a:ext cx="558378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CUSTOMER — 0 MEASURES</a:t>
            </a:r>
          </a:p>
          <a:p>
            <a:pPr algn="l"/>
            <a:endParaRPr lang="en-AU" sz="1100"/>
          </a:p>
        </p:txBody>
      </p:sp>
      <p:sp>
        <p:nvSpPr>
          <p:cNvPr id="33" name="shape33"/>
          <p:cNvSpPr/>
          <p:nvPr/>
        </p:nvSpPr>
        <p:spPr>
          <a:xfrm>
            <a:off x="6123280" y="3282696"/>
            <a:ext cx="558378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LEARNING AND GROWTH — 0 MEASURES</a:t>
            </a:r>
          </a:p>
          <a:p>
            <a:pPr algn="l"/>
            <a:endParaRPr lang="en-AU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 Balanced Scorecard — blank template</dc:title>
  <dc:creator>Business Analyst Services</dc:creator>
  <cp:lastModifiedBy>Business Analyst Services</cp:lastModifiedBy>
</cp:coreProperties>
</file>