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34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10.20  Financial Analysis</a:t>
            </a:r>
          </a:p>
        </p:txBody>
      </p:sp>
      <p:sp>
        <p:nvSpPr>
          <p:cNvPr id="35" name="shape35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36" name="shape36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7" name="conn37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8" name="shape38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39" name="shape39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10.20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41" name="shape41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Puts a monetary frame around a change: what it costs, what it returns, when the return arrives and what the money is worth once timing and risk are accounted for.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Financial analysis values what is already forecast; estimation produces the forecast. And a positive return is not the same as the best option: the exam repeatedly offers an option that is profitable but beaten by an alternative.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47" name="shape47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6.4 Define Change Strategy · 7.6 Analyze Potential Value and Recommend Solution · 8.5 Recommend Actions to Increase Solution Value</a:t>
            </a:r>
          </a:p>
        </p:txBody>
      </p:sp>
      <p:sp>
        <p:nvSpPr>
          <p:cNvPr id="48" name="shape48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Financial Analysis — blank template</a:t>
            </a:r>
          </a:p>
        </p:txBody>
      </p:sp>
      <p:sp>
        <p:nvSpPr>
          <p:cNvPr id="49" name="shape49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Use it when →</a:t>
            </a:r>
          </a:p>
        </p:txBody>
      </p:sp>
      <p:sp>
        <p:nvSpPr>
          <p:cNvPr id="50" name="shape50"/>
          <p:cNvSpPr/>
          <p:nvPr/>
        </p:nvSpPr>
        <p:spPr>
          <a:xfrm>
            <a:off x="4892040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It answers</a:t>
            </a:r>
          </a:p>
        </p:txBody>
      </p:sp>
      <p:sp>
        <p:nvSpPr>
          <p:cNvPr id="51" name="shape51"/>
          <p:cNvSpPr/>
          <p:nvPr/>
        </p:nvSpPr>
        <p:spPr>
          <a:xfrm>
            <a:off x="8313268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It cannot answer</a:t>
            </a:r>
          </a:p>
        </p:txBody>
      </p:sp>
      <p:sp>
        <p:nvSpPr>
          <p:cNvPr id="52" name="shape52"/>
          <p:cNvSpPr/>
          <p:nvPr/>
        </p:nvSpPr>
        <p:spPr>
          <a:xfrm>
            <a:off x="3520440" y="2002536"/>
            <a:ext cx="1280160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NPV</a:t>
            </a:r>
          </a:p>
        </p:txBody>
      </p:sp>
      <p:sp>
        <p:nvSpPr>
          <p:cNvPr id="53" name="shape53"/>
          <p:cNvSpPr/>
          <p:nvPr/>
        </p:nvSpPr>
        <p:spPr>
          <a:xfrm>
            <a:off x="4928616" y="20025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4" name="shape54"/>
          <p:cNvSpPr/>
          <p:nvPr/>
        </p:nvSpPr>
        <p:spPr>
          <a:xfrm>
            <a:off x="8349844" y="20025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5" name="shape55"/>
          <p:cNvSpPr/>
          <p:nvPr/>
        </p:nvSpPr>
        <p:spPr>
          <a:xfrm>
            <a:off x="3520440" y="2916936"/>
            <a:ext cx="1280160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Payback</a:t>
            </a:r>
          </a:p>
        </p:txBody>
      </p:sp>
      <p:sp>
        <p:nvSpPr>
          <p:cNvPr id="56" name="shape56"/>
          <p:cNvSpPr/>
          <p:nvPr/>
        </p:nvSpPr>
        <p:spPr>
          <a:xfrm>
            <a:off x="4928616" y="29169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7" name="shape57"/>
          <p:cNvSpPr/>
          <p:nvPr/>
        </p:nvSpPr>
        <p:spPr>
          <a:xfrm>
            <a:off x="8349844" y="29169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8" name="shape58"/>
          <p:cNvSpPr/>
          <p:nvPr/>
        </p:nvSpPr>
        <p:spPr>
          <a:xfrm>
            <a:off x="3520440" y="3831336"/>
            <a:ext cx="1280160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ROI</a:t>
            </a:r>
          </a:p>
        </p:txBody>
      </p:sp>
      <p:sp>
        <p:nvSpPr>
          <p:cNvPr id="59" name="shape59"/>
          <p:cNvSpPr/>
          <p:nvPr/>
        </p:nvSpPr>
        <p:spPr>
          <a:xfrm>
            <a:off x="4928616" y="38313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0" name="shape60"/>
          <p:cNvSpPr/>
          <p:nvPr/>
        </p:nvSpPr>
        <p:spPr>
          <a:xfrm>
            <a:off x="8349844" y="38313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1" name="shape61"/>
          <p:cNvSpPr/>
          <p:nvPr/>
        </p:nvSpPr>
        <p:spPr>
          <a:xfrm>
            <a:off x="3520440" y="4745736"/>
            <a:ext cx="1280160" cy="8412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IRR</a:t>
            </a:r>
          </a:p>
        </p:txBody>
      </p:sp>
      <p:sp>
        <p:nvSpPr>
          <p:cNvPr id="62" name="shape62"/>
          <p:cNvSpPr/>
          <p:nvPr/>
        </p:nvSpPr>
        <p:spPr>
          <a:xfrm>
            <a:off x="4928616" y="47457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3" name="shape63"/>
          <p:cNvSpPr/>
          <p:nvPr/>
        </p:nvSpPr>
        <p:spPr>
          <a:xfrm>
            <a:off x="8349844" y="4745736"/>
            <a:ext cx="33480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64" name="shape64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Measure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10.20 Financial Analysis — blank template</dc:title>
  <dc:creator>Business Analyst Services</dc:creator>
  <cp:lastModifiedBy>Business Analyst Services</cp:lastModifiedBy>
</cp:coreProperties>
</file>