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34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10.20  Financial Analysis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Valuation and decision</a:t>
            </a:r>
          </a:p>
        </p:txBody>
      </p:sp>
      <p:sp>
        <p:nvSpPr>
          <p:cNvPr id="36" name="shape36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7" name="conn37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8" name="shape38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9" name="shape39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10.20</a:t>
            </a:r>
          </a:p>
        </p:txBody>
      </p:sp>
      <p:sp>
        <p:nvSpPr>
          <p:cNvPr id="40" name="shape40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Financial Analysis — blank template</a:t>
            </a:r>
          </a:p>
        </p:txBody>
      </p:sp>
      <p:sp>
        <p:nvSpPr>
          <p:cNvPr id="41" name="shape41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Place each item in one cell only. If it fits two, the axes are not yet sharp enough.</a:t>
            </a:r>
          </a:p>
        </p:txBody>
      </p:sp>
      <p:sp>
        <p:nvSpPr>
          <p:cNvPr id="42" name="shape42"/>
          <p:cNvSpPr/>
          <p:nvPr/>
        </p:nvSpPr>
        <p:spPr>
          <a:xfrm>
            <a:off x="1828800" y="1700784"/>
            <a:ext cx="9905695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6B6A66"/>
                </a:solidFill>
                <a:latin typeface="Aptos"/>
              </a:rPr>
              <a:t>Use it when →</a:t>
            </a:r>
          </a:p>
        </p:txBody>
      </p:sp>
      <p:sp>
        <p:nvSpPr>
          <p:cNvPr id="43" name="shape43"/>
          <p:cNvSpPr/>
          <p:nvPr/>
        </p:nvSpPr>
        <p:spPr>
          <a:xfrm>
            <a:off x="1828800" y="1938528"/>
            <a:ext cx="495284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It answers</a:t>
            </a:r>
          </a:p>
        </p:txBody>
      </p:sp>
      <p:sp>
        <p:nvSpPr>
          <p:cNvPr id="44" name="shape44"/>
          <p:cNvSpPr/>
          <p:nvPr/>
        </p:nvSpPr>
        <p:spPr>
          <a:xfrm>
            <a:off x="6781648" y="1938528"/>
            <a:ext cx="495284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It cannot answer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2203704"/>
            <a:ext cx="1280160" cy="9601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NPV</a:t>
            </a:r>
          </a:p>
        </p:txBody>
      </p:sp>
      <p:sp>
        <p:nvSpPr>
          <p:cNvPr id="46" name="shape46"/>
          <p:cNvSpPr/>
          <p:nvPr/>
        </p:nvSpPr>
        <p:spPr>
          <a:xfrm>
            <a:off x="1865376" y="2203704"/>
            <a:ext cx="4879696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7" name="shape47"/>
          <p:cNvSpPr/>
          <p:nvPr/>
        </p:nvSpPr>
        <p:spPr>
          <a:xfrm>
            <a:off x="6818224" y="2203704"/>
            <a:ext cx="4879696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8" name="shape48"/>
          <p:cNvSpPr/>
          <p:nvPr/>
        </p:nvSpPr>
        <p:spPr>
          <a:xfrm>
            <a:off x="457200" y="3236976"/>
            <a:ext cx="1280160" cy="9601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Payback</a:t>
            </a:r>
          </a:p>
        </p:txBody>
      </p:sp>
      <p:sp>
        <p:nvSpPr>
          <p:cNvPr id="49" name="shape49"/>
          <p:cNvSpPr/>
          <p:nvPr/>
        </p:nvSpPr>
        <p:spPr>
          <a:xfrm>
            <a:off x="1865376" y="3236976"/>
            <a:ext cx="4879696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0" name="shape50"/>
          <p:cNvSpPr/>
          <p:nvPr/>
        </p:nvSpPr>
        <p:spPr>
          <a:xfrm>
            <a:off x="6818224" y="3236976"/>
            <a:ext cx="4879696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1" name="shape51"/>
          <p:cNvSpPr/>
          <p:nvPr/>
        </p:nvSpPr>
        <p:spPr>
          <a:xfrm>
            <a:off x="457200" y="4270248"/>
            <a:ext cx="1280160" cy="9601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ROI</a:t>
            </a:r>
          </a:p>
        </p:txBody>
      </p:sp>
      <p:sp>
        <p:nvSpPr>
          <p:cNvPr id="52" name="shape52"/>
          <p:cNvSpPr/>
          <p:nvPr/>
        </p:nvSpPr>
        <p:spPr>
          <a:xfrm>
            <a:off x="1865376" y="4270248"/>
            <a:ext cx="4879696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3" name="shape53"/>
          <p:cNvSpPr/>
          <p:nvPr/>
        </p:nvSpPr>
        <p:spPr>
          <a:xfrm>
            <a:off x="6818224" y="4270248"/>
            <a:ext cx="4879696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4" name="shape54"/>
          <p:cNvSpPr/>
          <p:nvPr/>
        </p:nvSpPr>
        <p:spPr>
          <a:xfrm>
            <a:off x="457200" y="5303520"/>
            <a:ext cx="1280160" cy="960120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IRR</a:t>
            </a:r>
          </a:p>
        </p:txBody>
      </p:sp>
      <p:sp>
        <p:nvSpPr>
          <p:cNvPr id="55" name="shape55"/>
          <p:cNvSpPr/>
          <p:nvPr/>
        </p:nvSpPr>
        <p:spPr>
          <a:xfrm>
            <a:off x="1865376" y="5303520"/>
            <a:ext cx="4879696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6" name="shape56"/>
          <p:cNvSpPr/>
          <p:nvPr/>
        </p:nvSpPr>
        <p:spPr>
          <a:xfrm>
            <a:off x="6818224" y="5303520"/>
            <a:ext cx="4879696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57" name="shape57"/>
          <p:cNvSpPr/>
          <p:nvPr/>
        </p:nvSpPr>
        <p:spPr>
          <a:xfrm>
            <a:off x="411480" y="2203704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↑ Measure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10.20 Financial Analysis — blank template</dc:title>
  <dc:creator>Business Analyst Services</dc:creator>
  <cp:lastModifiedBy>Business Analyst Services</cp:lastModifiedBy>
</cp:coreProperties>
</file>