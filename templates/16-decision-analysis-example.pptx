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10.16  Decision Analysis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Valuation and decision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10.16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Structures a choice under uncertainty by setting out the options, the criteria, the values and the trade-offs between them.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a decision is contested, the criteria are not agreed, or the outcome depends on events nobody controls.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Decision analysis chooses between options; prioritisation sequences items you have already agreed to do. If nothing is being discarded, it is prioritisation.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7.6 Analyze Potential Value and Recommend Solution · 6.4 Define Change Strategy · 7.5 Define Design Options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Four metering approaches, criteria weighted before scoring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Staged and AMI-lite tie. That is a useful result: the argument moves to a tiebreak the group can have.</a:t>
            </a:r>
          </a:p>
        </p:txBody>
      </p:sp>
      <p:graphicFrame>
        <p:nvGraphicFramePr>
          <p:cNvPr id="18" name="table18"/>
          <p:cNvGraphicFramePr>
            <a:graphicFrameLocks noGrp="1"/>
          </p:cNvGraphicFramePr>
          <p:nvPr/>
        </p:nvGraphicFramePr>
        <p:xfrm>
          <a:off x="3520440" y="1499616"/>
          <a:ext cx="8214055" cy="2304288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1167323"/>
                <a:gridCol w="1167323"/>
                <a:gridCol w="1167323"/>
                <a:gridCol w="1167323"/>
                <a:gridCol w="1167323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Criterion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Smart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Staged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Manual+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AMI-lite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Regulatory exposure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35%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Total cost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25%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Customer disruption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20%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Speed to comply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20%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Weighted total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3.25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3.80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2.90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3.80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10.16 Decision Analysis — worked example</dc:title>
  <dc:creator>Business Analyst Services</dc:creator>
  <cp:lastModifiedBy>Business Analyst Services</cp:lastModifiedBy>
</cp:coreProperties>
</file>