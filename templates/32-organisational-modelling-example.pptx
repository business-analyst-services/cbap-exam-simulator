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10.32  Organisational Modelling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10.32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Describes the units, roles, reporting lines and interactions that make up an organisation, and where responsibility actually sits.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change crosses boundaries, or when a decision keeps stalling because nobody can say who owns it.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Organisational modelling maps structure and responsibility; a stakeholder map positions people by influence and interest for engagement purposes. Structure versus engagement is the split.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6.2 Define Future State · 3.2 Plan Stakeholder Engagement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Where the mandate actually sits, after the undocumented restructure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Division    2. Unit    3. Decision right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8214055" cy="329184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Customer Group</a:t>
            </a:r>
          </a:p>
        </p:txBody>
      </p:sp>
      <p:sp>
        <p:nvSpPr>
          <p:cNvPr id="19" name="shape19"/>
          <p:cNvSpPr/>
          <p:nvPr/>
        </p:nvSpPr>
        <p:spPr>
          <a:xfrm>
            <a:off x="3904488" y="1874520"/>
            <a:ext cx="7830007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Service Design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3776472" y="203911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1" name="shape21"/>
          <p:cNvSpPr/>
          <p:nvPr/>
        </p:nvSpPr>
        <p:spPr>
          <a:xfrm>
            <a:off x="4288536" y="2249424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Channel policy — held here since the 2024 restructure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160520" y="241401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3904488" y="2624328"/>
            <a:ext cx="7830007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Operations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3776472" y="27889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5" name="shape25"/>
          <p:cNvSpPr/>
          <p:nvPr/>
        </p:nvSpPr>
        <p:spPr>
          <a:xfrm>
            <a:off x="4288536" y="2999232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Believed it held channel policy. Does not.</a:t>
            </a:r>
          </a:p>
        </p:txBody>
      </p:sp>
      <p:cxnSp>
        <p:nvCxnSpPr>
          <p:cNvPr id="26" name="conn26"/>
          <p:cNvCxnSpPr/>
          <p:nvPr/>
        </p:nvCxnSpPr>
        <p:spPr>
          <a:xfrm>
            <a:off x="4160520" y="31638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7" name="shape27"/>
          <p:cNvSpPr/>
          <p:nvPr/>
        </p:nvSpPr>
        <p:spPr>
          <a:xfrm>
            <a:off x="3520440" y="3374136"/>
            <a:ext cx="8214055" cy="329184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Technology Group</a:t>
            </a:r>
          </a:p>
        </p:txBody>
      </p:sp>
      <p:sp>
        <p:nvSpPr>
          <p:cNvPr id="28" name="shape28"/>
          <p:cNvSpPr/>
          <p:nvPr/>
        </p:nvSpPr>
        <p:spPr>
          <a:xfrm>
            <a:off x="3904488" y="3749040"/>
            <a:ext cx="7830007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Platform</a:t>
            </a:r>
          </a:p>
        </p:txBody>
      </p:sp>
      <p:cxnSp>
        <p:nvCxnSpPr>
          <p:cNvPr id="29" name="conn29"/>
          <p:cNvCxnSpPr/>
          <p:nvPr/>
        </p:nvCxnSpPr>
        <p:spPr>
          <a:xfrm>
            <a:off x="3776472" y="391363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0" name="shape30"/>
          <p:cNvSpPr/>
          <p:nvPr/>
        </p:nvSpPr>
        <p:spPr>
          <a:xfrm>
            <a:off x="4288536" y="4123944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Integration standards</a:t>
            </a:r>
          </a:p>
        </p:txBody>
      </p:sp>
      <p:cxnSp>
        <p:nvCxnSpPr>
          <p:cNvPr id="31" name="conn31"/>
          <p:cNvCxnSpPr/>
          <p:nvPr/>
        </p:nvCxnSpPr>
        <p:spPr>
          <a:xfrm>
            <a:off x="4160520" y="428853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2" name="shape32"/>
          <p:cNvSpPr/>
          <p:nvPr/>
        </p:nvSpPr>
        <p:spPr>
          <a:xfrm>
            <a:off x="3904488" y="4498848"/>
            <a:ext cx="7830007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Data Office</a:t>
            </a:r>
          </a:p>
        </p:txBody>
      </p:sp>
      <p:cxnSp>
        <p:nvCxnSpPr>
          <p:cNvPr id="33" name="conn33"/>
          <p:cNvCxnSpPr/>
          <p:nvPr/>
        </p:nvCxnSpPr>
        <p:spPr>
          <a:xfrm>
            <a:off x="3776472" y="466344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4" name="shape34"/>
          <p:cNvSpPr/>
          <p:nvPr/>
        </p:nvSpPr>
        <p:spPr>
          <a:xfrm>
            <a:off x="4288536" y="4873752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Retention and privacy — moved here in 2024, never recorded</a:t>
            </a:r>
          </a:p>
        </p:txBody>
      </p:sp>
      <p:cxnSp>
        <p:nvCxnSpPr>
          <p:cNvPr id="35" name="conn35"/>
          <p:cNvCxnSpPr/>
          <p:nvPr/>
        </p:nvCxnSpPr>
        <p:spPr>
          <a:xfrm>
            <a:off x="4160520" y="503834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10.32 Organisational Modelling — worked example</dc:title>
  <dc:creator>Business Analyst Services</dc:creator>
  <cp:lastModifiedBy>Business Analyst Services</cp:lastModifiedBy>
</cp:coreProperties>
</file>