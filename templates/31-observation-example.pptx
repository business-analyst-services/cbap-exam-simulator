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10.31  Observation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10.31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Studies work as it is actually performed, rather than as it is described.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what people say they do and what the system records do not agree, or when the work is tacit and hard to articulate.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Observation elicits from the work itself; interviews elicit from the person. If the scenario stresses that the documented procedure is not being followed, the answer is almost always observation.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6.1 Analyze Current State · 8.3 Assess Solution Limitations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End-of-shift inspection, watched across four shifts</a:t>
            </a:r>
          </a:p>
        </p:txBody>
      </p:sp>
      <p:graphicFrame>
        <p:nvGraphicFramePr>
          <p:cNvPr id="17" name="table17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Documented step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Gap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1. Visual check of seal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Done, ~8 seconds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2. Torque verification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Skipped on 3 of 4 shifts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Tool kept in a locked cupboard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3. Sample weigh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Done for first unit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Read as per batch, not per unit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4. Log entry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Done, backfilled at shift end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Times recorded are estimates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10.31 Observation — worked example</dc:title>
  <dc:creator>Business Analyst Services</dc:creator>
  <cp:lastModifiedBy>Business Analyst Services</cp:lastModifiedBy>
</cp:coreProperties>
</file>