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10.19  Estimation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Valuation and decision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10.19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Estimation — blank template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component.</a:t>
            </a:r>
          </a:p>
        </p:txBody>
      </p:sp>
      <p:graphicFrame>
        <p:nvGraphicFramePr>
          <p:cNvPr id="27" name="table27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2224964"/>
                <a:gridCol w="2224964"/>
                <a:gridCol w="2224964"/>
                <a:gridCol w="2224964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Component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Optimistic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Likely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Pessimistic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Expected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r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10.19 Estimation — blank template</dc:title>
  <dc:creator>Business Analyst Services</dc:creator>
  <cp:lastModifiedBy>Business Analyst Services</cp:lastModifiedBy>
</cp:coreProperties>
</file>