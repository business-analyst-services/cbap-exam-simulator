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19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10.19  Estimation</a:t>
            </a:r>
          </a:p>
        </p:txBody>
      </p:sp>
      <p:sp>
        <p:nvSpPr>
          <p:cNvPr id="20" name="shape20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Valuation and decision</a:t>
            </a:r>
          </a:p>
        </p:txBody>
      </p:sp>
      <p:sp>
        <p:nvSpPr>
          <p:cNvPr id="21" name="shape21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4" name="shape24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10.19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One row per component.</a:t>
            </a:r>
          </a:p>
        </p:txBody>
      </p:sp>
      <p:sp>
        <p:nvSpPr>
          <p:cNvPr id="27" name="shape27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28" name="shape28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Produces a forecast of cost, effort, duration or value, together with the confidence and assumptions attached to it.</a:t>
            </a:r>
          </a:p>
        </p:txBody>
      </p:sp>
      <p:sp>
        <p:nvSpPr>
          <p:cNvPr id="29" name="shape29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30" name="shape30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Estimation forecasts an unknown; financial analysis works on figures you already have. An item that hands you cash flows and asks what they are worth is financial analysis.</a:t>
            </a:r>
          </a:p>
        </p:txBody>
      </p:sp>
      <p:sp>
        <p:nvSpPr>
          <p:cNvPr id="31" name="shape31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32" name="shape32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3.1 Plan Business Analysis Approach · 5.3 Prioritize Requirements · 6.4 Define Change Strategy</a:t>
            </a:r>
          </a:p>
        </p:txBody>
      </p:sp>
      <p:sp>
        <p:nvSpPr>
          <p:cNvPr id="33" name="shape33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Estimation — blank template</a:t>
            </a:r>
          </a:p>
        </p:txBody>
      </p:sp>
      <p:graphicFrame>
        <p:nvGraphicFramePr>
          <p:cNvPr id="34" name="table34"/>
          <p:cNvGraphicFramePr>
            <a:graphicFrameLocks noGrp="1"/>
          </p:cNvGraphicFramePr>
          <p:nvPr/>
        </p:nvGraphicFramePr>
        <p:xfrm>
          <a:off x="3520440" y="1499616"/>
          <a:ext cx="821405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1459154"/>
                <a:gridCol w="1459154"/>
                <a:gridCol w="1459154"/>
                <a:gridCol w="1459154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Optimistic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Likely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Pessimistic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Expected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r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10.19 Estimation — blank template</dc:title>
  <dc:creator>Business Analyst Services</dc:creator>
  <cp:lastModifiedBy>Business Analyst Services</cp:lastModifiedBy>
</cp:coreProperties>
</file>