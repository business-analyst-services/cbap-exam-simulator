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1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10.30  Non-Functional Requirements Analysis</a:t>
            </a:r>
          </a:p>
        </p:txBody>
      </p:sp>
      <p:sp>
        <p:nvSpPr>
          <p:cNvPr id="19" name="shape1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0" name="shape2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1" name="conn2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2" name="shape2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3" name="shape2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10.30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quality.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Specifies the qualities a solution must exhibit, such as performance, availability, security, usability and maintainability, in measurable terms.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Non-functional requirements describe how well the solution behaves; business rules constrain what the business permits. And a quality with no number attached is an aspiration, not a requirement.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1" name="shape31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7.5 Define Design Options · 7.2 Verify Requirements</a:t>
            </a:r>
          </a:p>
        </p:txBody>
      </p:sp>
      <p:sp>
        <p:nvSpPr>
          <p:cNvPr id="32" name="shape32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Non-Functional Requirements Analysis — blank template</a:t>
            </a:r>
          </a:p>
        </p:txBody>
      </p:sp>
      <p:graphicFrame>
        <p:nvGraphicFramePr>
          <p:cNvPr id="33" name="table33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1945538"/>
                <a:gridCol w="1945538"/>
                <a:gridCol w="194553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Quality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Under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10.30 Non-Functional Requirements Analysis — blank template</dc:title>
  <dc:creator>Business Analyst Services</dc:creator>
  <cp:lastModifiedBy>Business Analyst Services</cp:lastModifiedBy>
</cp:coreProperties>
</file>