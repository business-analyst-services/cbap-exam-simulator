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18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10.30  Non-Functional Requirements Analysis</a:t>
            </a:r>
          </a:p>
        </p:txBody>
      </p:sp>
      <p:sp>
        <p:nvSpPr>
          <p:cNvPr id="19" name="shape19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20" name="shape20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1" name="conn21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2" name="shape22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3" name="shape23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10.30</a:t>
            </a:r>
          </a:p>
        </p:txBody>
      </p:sp>
      <p:sp>
        <p:nvSpPr>
          <p:cNvPr id="24" name="shape24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Non-Functional Requirements Analysis — blank template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One row per quality.</a:t>
            </a:r>
          </a:p>
        </p:txBody>
      </p:sp>
      <p:graphicFrame>
        <p:nvGraphicFramePr>
          <p:cNvPr id="26" name="table26"/>
          <p:cNvGraphicFramePr>
            <a:graphicFrameLocks noGrp="1"/>
          </p:cNvGraphicFramePr>
          <p:nvPr/>
        </p:nvGraphicFramePr>
        <p:xfrm>
          <a:off x="457200" y="1700784"/>
          <a:ext cx="1127729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66618"/>
                <a:gridCol w="2966618"/>
                <a:gridCol w="296661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Measure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Under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10.30 Non-Functional Requirements Analysis — blank template</dc:title>
  <dc:creator>Business Analyst Services</dc:creator>
  <cp:lastModifiedBy>Business Analyst Services</cp:lastModifiedBy>
</cp:coreProperties>
</file>