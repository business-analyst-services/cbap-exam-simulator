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19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10.49  Vendor Assessment</a:t>
            </a:r>
          </a:p>
        </p:txBody>
      </p:sp>
      <p:sp>
        <p:nvSpPr>
          <p:cNvPr id="20" name="shape20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Valuation and decision</a:t>
            </a:r>
          </a:p>
        </p:txBody>
      </p:sp>
      <p:sp>
        <p:nvSpPr>
          <p:cNvPr id="21" name="shape21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24" name="shape24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10.49</a:t>
            </a:r>
          </a:p>
        </p:txBody>
      </p:sp>
      <p:sp>
        <p:nvSpPr>
          <p:cNvPr id="25" name="shape25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HOW TO FILL IT IN</a:t>
            </a:r>
          </a:p>
        </p:txBody>
      </p:sp>
      <p:sp>
        <p:nvSpPr>
          <p:cNvPr id="26" name="shape26"/>
          <p:cNvSpPr/>
          <p:nvPr/>
        </p:nvSpPr>
        <p:spPr>
          <a:xfrm>
            <a:off x="457200" y="1408176"/>
            <a:ext cx="27432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One row per dimension.</a:t>
            </a:r>
          </a:p>
        </p:txBody>
      </p:sp>
      <p:sp>
        <p:nvSpPr>
          <p:cNvPr id="27" name="shape27"/>
          <p:cNvSpPr/>
          <p:nvPr/>
        </p:nvSpPr>
        <p:spPr>
          <a:xfrm>
            <a:off x="457200" y="241401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28" name="shape28"/>
          <p:cNvSpPr/>
          <p:nvPr/>
        </p:nvSpPr>
        <p:spPr>
          <a:xfrm>
            <a:off x="457200" y="2615184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Judges whether a supplier can meet the commitment: capability, viability, cultural fit, licensing and the terms of the relationship.</a:t>
            </a:r>
          </a:p>
        </p:txBody>
      </p:sp>
      <p:sp>
        <p:nvSpPr>
          <p:cNvPr id="29" name="shape29"/>
          <p:cNvSpPr/>
          <p:nvPr/>
        </p:nvSpPr>
        <p:spPr>
          <a:xfrm>
            <a:off x="457200" y="343814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30" name="shape30"/>
          <p:cNvSpPr/>
          <p:nvPr/>
        </p:nvSpPr>
        <p:spPr>
          <a:xfrm>
            <a:off x="457200" y="3639312"/>
            <a:ext cx="2743200" cy="173736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Vendor assessment judges the supplier; evaluation criteria judge the product. An item where the shortlisted product fits but the supplier is thinly capitalised is testing vendor assessment.</a:t>
            </a:r>
          </a:p>
        </p:txBody>
      </p:sp>
      <p:sp>
        <p:nvSpPr>
          <p:cNvPr id="31" name="shape31"/>
          <p:cNvSpPr/>
          <p:nvPr/>
        </p:nvSpPr>
        <p:spPr>
          <a:xfrm>
            <a:off x="457200" y="3639312"/>
            <a:ext cx="32004" cy="173736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32" name="shape32"/>
          <p:cNvSpPr/>
          <p:nvPr/>
        </p:nvSpPr>
        <p:spPr>
          <a:xfrm>
            <a:off x="457200" y="548640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7.5 Define Design Options · 7.6 Analyze Potential Value and Recommend Solution · 6.4 Define Change Strategy</a:t>
            </a:r>
          </a:p>
        </p:txBody>
      </p:sp>
      <p:sp>
        <p:nvSpPr>
          <p:cNvPr id="33" name="shape33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Vendor Assessment — blank template</a:t>
            </a:r>
          </a:p>
        </p:txBody>
      </p:sp>
      <p:graphicFrame>
        <p:nvGraphicFramePr>
          <p:cNvPr id="34" name="table34"/>
          <p:cNvGraphicFramePr>
            <a:graphicFrameLocks noGrp="1"/>
          </p:cNvGraphicFramePr>
          <p:nvPr/>
        </p:nvGraphicFramePr>
        <p:xfrm>
          <a:off x="3520440" y="1499616"/>
          <a:ext cx="8214055" cy="3840480"/>
        </p:xfrm>
        <a:graphic>
          <a:graphicData uri="http://schemas.openxmlformats.org/drawingml/2006/table">
            <a:tbl>
              <a:tblPr firstRow="1" bandRow="1"/>
              <a:tblGrid>
                <a:gridCol w="2377440"/>
                <a:gridCol w="2918308"/>
                <a:gridCol w="2918308"/>
              </a:tblGrid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Dimension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Finding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r>
                        <a:rPr lang="en-AU" sz="800" b="1" dirty="0">
                          <a:solidFill>
                            <a:srgbClr val="FFFFFF"/>
                          </a:solidFill>
                          <a:latin typeface="Aptos"/>
                        </a:rPr>
                        <a:t>Bearing on a 7-year contract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2A78D6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AFAF8"/>
                    </a:solidFill>
                  </a:tcPr>
                </a:tc>
              </a:tr>
              <a:tr h="384048"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64008" rIns="64008" tIns="27432" bIns="27432"/>
                    <a:lstStyle/>
                    <a:p>
                      <a:pPr algn="l"/>
                      <a:endParaRPr lang="en-AU" sz="800"/>
                    </a:p>
                  </a:txBody>
                  <a:tcPr marL="54864" marR="54864" marT="27432" marB="27432" anchor="ctr">
                    <a:lnL w="6350">
                      <a:solidFill>
                        <a:srgbClr val="D9D8D0"/>
                      </a:solidFill>
                    </a:lnL>
                    <a:lnR w="6350">
                      <a:solidFill>
                        <a:srgbClr val="D9D8D0"/>
                      </a:solidFill>
                    </a:lnR>
                    <a:lnT w="6350">
                      <a:solidFill>
                        <a:srgbClr val="D9D8D0"/>
                      </a:solidFill>
                    </a:lnT>
                    <a:lnB w="6350">
                      <a:solidFill>
                        <a:srgbClr val="D9D8D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10.49 Vendor Assessment — blank template</dc:title>
  <dc:creator>Business Analyst Services</dc:creator>
  <cp:lastModifiedBy>Business Analyst Services</cp:lastModifiedBy>
</cp:coreProperties>
</file>