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36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10.13  Data Flow Diagrams</a:t>
            </a:r>
          </a:p>
        </p:txBody>
      </p:sp>
      <p:sp>
        <p:nvSpPr>
          <p:cNvPr id="37" name="shape37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38" name="shape38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9" name="conn39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40" name="shape40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41" name="shape41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10.13</a:t>
            </a:r>
          </a:p>
        </p:txBody>
      </p:sp>
      <p:sp>
        <p:nvSpPr>
          <p:cNvPr id="42" name="shape42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43" name="shape43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Label every arrow with the data it carries. An unlabelled arrow is the one nobody has checked.</a:t>
            </a:r>
          </a:p>
        </p:txBody>
      </p:sp>
      <p:sp>
        <p:nvSpPr>
          <p:cNvPr id="44" name="shape44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45" name="shape45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Shows where data comes from, what transforms it and where it ends up, across processes, stores and external parties.</a:t>
            </a:r>
          </a:p>
        </p:txBody>
      </p:sp>
      <p:sp>
        <p:nvSpPr>
          <p:cNvPr id="46" name="shape46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47" name="shape47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Data flow diagrams follow the data; process models follow the work. An item about who does what next is process modelling even when systems are involved.</a:t>
            </a:r>
          </a:p>
        </p:txBody>
      </p:sp>
      <p:sp>
        <p:nvSpPr>
          <p:cNvPr id="48" name="shape48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49" name="shape49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6.1 Analyze Current State · 7.4 Define Requirements Architecture</a:t>
            </a:r>
          </a:p>
        </p:txBody>
      </p:sp>
      <p:sp>
        <p:nvSpPr>
          <p:cNvPr id="50" name="shape50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Data Flow Diagrams — blank template</a:t>
            </a:r>
          </a:p>
        </p:txBody>
      </p:sp>
      <p:cxnSp>
        <p:nvCxnSpPr>
          <p:cNvPr id="51" name="conn51"/>
          <p:cNvCxnSpPr/>
          <p:nvPr/>
        </p:nvCxnSpPr>
        <p:spPr>
          <a:xfrm>
            <a:off x="5108387" y="2322576"/>
            <a:ext cx="68580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cxnSp>
        <p:nvCxnSpPr>
          <p:cNvPr id="52" name="conn52"/>
          <p:cNvCxnSpPr/>
          <p:nvPr/>
        </p:nvCxnSpPr>
        <p:spPr>
          <a:xfrm>
            <a:off x="6764914" y="2322576"/>
            <a:ext cx="68580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cxnSp>
        <p:nvCxnSpPr>
          <p:cNvPr id="53" name="conn53"/>
          <p:cNvCxnSpPr/>
          <p:nvPr/>
        </p:nvCxnSpPr>
        <p:spPr>
          <a:xfrm>
            <a:off x="8421441" y="2322576"/>
            <a:ext cx="68580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cxnSp>
        <p:nvCxnSpPr>
          <p:cNvPr id="54" name="conn54"/>
          <p:cNvCxnSpPr/>
          <p:nvPr/>
        </p:nvCxnSpPr>
        <p:spPr>
          <a:xfrm>
            <a:off x="10077968" y="2322576"/>
            <a:ext cx="68580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55" name="shape55"/>
          <p:cNvSpPr/>
          <p:nvPr/>
        </p:nvSpPr>
        <p:spPr>
          <a:xfrm>
            <a:off x="3520440" y="1956816"/>
            <a:ext cx="158794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endParaRPr lang="en-AU" sz="850"/>
          </a:p>
        </p:txBody>
      </p:sp>
      <p:sp>
        <p:nvSpPr>
          <p:cNvPr id="56" name="shape56"/>
          <p:cNvSpPr/>
          <p:nvPr/>
        </p:nvSpPr>
        <p:spPr>
          <a:xfrm>
            <a:off x="3520440" y="2715768"/>
            <a:ext cx="1587947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external</a:t>
            </a:r>
          </a:p>
        </p:txBody>
      </p:sp>
      <p:sp>
        <p:nvSpPr>
          <p:cNvPr id="57" name="shape57"/>
          <p:cNvSpPr/>
          <p:nvPr/>
        </p:nvSpPr>
        <p:spPr>
          <a:xfrm>
            <a:off x="5176967" y="1956816"/>
            <a:ext cx="1587947" cy="731520"/>
          </a:xfrm>
          <a:prstGeom prst="roundRect">
            <a:avLst>
              <a:gd name="adj" fmla="val 45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endParaRPr lang="en-AU" sz="850"/>
          </a:p>
        </p:txBody>
      </p:sp>
      <p:sp>
        <p:nvSpPr>
          <p:cNvPr id="58" name="shape58"/>
          <p:cNvSpPr/>
          <p:nvPr/>
        </p:nvSpPr>
        <p:spPr>
          <a:xfrm>
            <a:off x="5176967" y="2715768"/>
            <a:ext cx="1587947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process</a:t>
            </a:r>
          </a:p>
        </p:txBody>
      </p:sp>
      <p:sp>
        <p:nvSpPr>
          <p:cNvPr id="59" name="shape59"/>
          <p:cNvSpPr/>
          <p:nvPr/>
        </p:nvSpPr>
        <p:spPr>
          <a:xfrm>
            <a:off x="6833494" y="1956816"/>
            <a:ext cx="1587947" cy="731520"/>
          </a:xfrm>
          <a:prstGeom prst="flowChartMagneticDrum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endParaRPr lang="en-AU" sz="850"/>
          </a:p>
        </p:txBody>
      </p:sp>
      <p:sp>
        <p:nvSpPr>
          <p:cNvPr id="60" name="shape60"/>
          <p:cNvSpPr/>
          <p:nvPr/>
        </p:nvSpPr>
        <p:spPr>
          <a:xfrm>
            <a:off x="6833494" y="2715768"/>
            <a:ext cx="1587947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data store</a:t>
            </a:r>
          </a:p>
        </p:txBody>
      </p:sp>
      <p:sp>
        <p:nvSpPr>
          <p:cNvPr id="61" name="shape61"/>
          <p:cNvSpPr/>
          <p:nvPr/>
        </p:nvSpPr>
        <p:spPr>
          <a:xfrm>
            <a:off x="8490021" y="1956816"/>
            <a:ext cx="1587947" cy="731520"/>
          </a:xfrm>
          <a:prstGeom prst="roundRect">
            <a:avLst>
              <a:gd name="adj" fmla="val 45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endParaRPr lang="en-AU" sz="850"/>
          </a:p>
        </p:txBody>
      </p:sp>
      <p:sp>
        <p:nvSpPr>
          <p:cNvPr id="62" name="shape62"/>
          <p:cNvSpPr/>
          <p:nvPr/>
        </p:nvSpPr>
        <p:spPr>
          <a:xfrm>
            <a:off x="8490021" y="2715768"/>
            <a:ext cx="1587947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process</a:t>
            </a:r>
          </a:p>
        </p:txBody>
      </p:sp>
      <p:sp>
        <p:nvSpPr>
          <p:cNvPr id="63" name="shape63"/>
          <p:cNvSpPr/>
          <p:nvPr/>
        </p:nvSpPr>
        <p:spPr>
          <a:xfrm>
            <a:off x="10146548" y="1956816"/>
            <a:ext cx="158794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54864" rIns="54864" tIns="27432" bIns="27432"/>
          <a:lstStyle/>
          <a:p>
            <a:pPr algn="ctr"/>
            <a:endParaRPr lang="en-AU" sz="850"/>
          </a:p>
        </p:txBody>
      </p:sp>
      <p:sp>
        <p:nvSpPr>
          <p:cNvPr id="64" name="shape64"/>
          <p:cNvSpPr/>
          <p:nvPr/>
        </p:nvSpPr>
        <p:spPr>
          <a:xfrm>
            <a:off x="10146548" y="2715768"/>
            <a:ext cx="1587947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750" dirty="0">
                <a:solidFill>
                  <a:srgbClr val="6B6A66"/>
                </a:solidFill>
                <a:latin typeface="Aptos"/>
              </a:rPr>
              <a:t>external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10.13 Data Flow Diagrams — blank template</dc:title>
  <dc:creator>Business Analyst Services</dc:creator>
  <cp:lastModifiedBy>Business Analyst Services</cp:lastModifiedBy>
</cp:coreProperties>
</file>