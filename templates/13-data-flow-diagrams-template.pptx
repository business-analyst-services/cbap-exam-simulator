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36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10.13  Data Flow Diagrams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38" name="shape38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9" name="conn39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0" name="shape40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1" name="shape41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10.13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Data Flow Diagrams — blank template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Label every arrow with the data it carries. An unlabelled arrow is the one nobody has checked.</a:t>
            </a:r>
          </a:p>
        </p:txBody>
      </p:sp>
      <p:cxnSp>
        <p:nvCxnSpPr>
          <p:cNvPr id="44" name="conn44"/>
          <p:cNvCxnSpPr/>
          <p:nvPr/>
        </p:nvCxnSpPr>
        <p:spPr>
          <a:xfrm>
            <a:off x="2194560" y="2523744"/>
            <a:ext cx="647624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45" name="conn45"/>
          <p:cNvCxnSpPr/>
          <p:nvPr/>
        </p:nvCxnSpPr>
        <p:spPr>
          <a:xfrm>
            <a:off x="4579544" y="2523744"/>
            <a:ext cx="647624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46" name="conn46"/>
          <p:cNvCxnSpPr/>
          <p:nvPr/>
        </p:nvCxnSpPr>
        <p:spPr>
          <a:xfrm>
            <a:off x="6964528" y="2523744"/>
            <a:ext cx="647624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47" name="conn47"/>
          <p:cNvCxnSpPr/>
          <p:nvPr/>
        </p:nvCxnSpPr>
        <p:spPr>
          <a:xfrm>
            <a:off x="9349511" y="2523744"/>
            <a:ext cx="647624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8" name="shape48"/>
          <p:cNvSpPr/>
          <p:nvPr/>
        </p:nvSpPr>
        <p:spPr>
          <a:xfrm>
            <a:off x="457200" y="2157984"/>
            <a:ext cx="17373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850"/>
          </a:p>
        </p:txBody>
      </p:sp>
      <p:sp>
        <p:nvSpPr>
          <p:cNvPr id="49" name="shape49"/>
          <p:cNvSpPr/>
          <p:nvPr/>
        </p:nvSpPr>
        <p:spPr>
          <a:xfrm>
            <a:off x="457200" y="291693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750" dirty="0">
                <a:solidFill>
                  <a:srgbClr val="6B6A66"/>
                </a:solidFill>
                <a:latin typeface="Aptos"/>
              </a:rPr>
              <a:t>external</a:t>
            </a:r>
          </a:p>
        </p:txBody>
      </p:sp>
      <p:sp>
        <p:nvSpPr>
          <p:cNvPr id="50" name="shape50"/>
          <p:cNvSpPr/>
          <p:nvPr/>
        </p:nvSpPr>
        <p:spPr>
          <a:xfrm>
            <a:off x="2842184" y="2157984"/>
            <a:ext cx="1737360" cy="731520"/>
          </a:xfrm>
          <a:prstGeom prst="roundRect">
            <a:avLst>
              <a:gd name="adj" fmla="val 45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850"/>
          </a:p>
        </p:txBody>
      </p:sp>
      <p:sp>
        <p:nvSpPr>
          <p:cNvPr id="51" name="shape51"/>
          <p:cNvSpPr/>
          <p:nvPr/>
        </p:nvSpPr>
        <p:spPr>
          <a:xfrm>
            <a:off x="2842184" y="291693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750" dirty="0">
                <a:solidFill>
                  <a:srgbClr val="6B6A66"/>
                </a:solidFill>
                <a:latin typeface="Aptos"/>
              </a:rPr>
              <a:t>process</a:t>
            </a:r>
          </a:p>
        </p:txBody>
      </p:sp>
      <p:sp>
        <p:nvSpPr>
          <p:cNvPr id="52" name="shape52"/>
          <p:cNvSpPr/>
          <p:nvPr/>
        </p:nvSpPr>
        <p:spPr>
          <a:xfrm>
            <a:off x="5227168" y="2157984"/>
            <a:ext cx="1737360" cy="731520"/>
          </a:xfrm>
          <a:prstGeom prst="flowChartMagneticDrum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850"/>
          </a:p>
        </p:txBody>
      </p:sp>
      <p:sp>
        <p:nvSpPr>
          <p:cNvPr id="53" name="shape53"/>
          <p:cNvSpPr/>
          <p:nvPr/>
        </p:nvSpPr>
        <p:spPr>
          <a:xfrm>
            <a:off x="5227168" y="291693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750" dirty="0">
                <a:solidFill>
                  <a:srgbClr val="6B6A66"/>
                </a:solidFill>
                <a:latin typeface="Aptos"/>
              </a:rPr>
              <a:t>data store</a:t>
            </a:r>
          </a:p>
        </p:txBody>
      </p:sp>
      <p:sp>
        <p:nvSpPr>
          <p:cNvPr id="54" name="shape54"/>
          <p:cNvSpPr/>
          <p:nvPr/>
        </p:nvSpPr>
        <p:spPr>
          <a:xfrm>
            <a:off x="7612151" y="2157984"/>
            <a:ext cx="1737360" cy="731520"/>
          </a:xfrm>
          <a:prstGeom prst="roundRect">
            <a:avLst>
              <a:gd name="adj" fmla="val 45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850"/>
          </a:p>
        </p:txBody>
      </p:sp>
      <p:sp>
        <p:nvSpPr>
          <p:cNvPr id="55" name="shape55"/>
          <p:cNvSpPr/>
          <p:nvPr/>
        </p:nvSpPr>
        <p:spPr>
          <a:xfrm>
            <a:off x="7612151" y="291693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750" dirty="0">
                <a:solidFill>
                  <a:srgbClr val="6B6A66"/>
                </a:solidFill>
                <a:latin typeface="Aptos"/>
              </a:rPr>
              <a:t>process</a:t>
            </a:r>
          </a:p>
        </p:txBody>
      </p:sp>
      <p:sp>
        <p:nvSpPr>
          <p:cNvPr id="56" name="shape56"/>
          <p:cNvSpPr/>
          <p:nvPr/>
        </p:nvSpPr>
        <p:spPr>
          <a:xfrm>
            <a:off x="9997135" y="2157984"/>
            <a:ext cx="17373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850"/>
          </a:p>
        </p:txBody>
      </p:sp>
      <p:sp>
        <p:nvSpPr>
          <p:cNvPr id="57" name="shape57"/>
          <p:cNvSpPr/>
          <p:nvPr/>
        </p:nvSpPr>
        <p:spPr>
          <a:xfrm>
            <a:off x="9997135" y="2916936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750" dirty="0">
                <a:solidFill>
                  <a:srgbClr val="6B6A66"/>
                </a:solidFill>
                <a:latin typeface="Aptos"/>
              </a:rPr>
              <a:t>external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10.13 Data Flow Diagrams — blank template</dc:title>
  <dc:creator>Business Analyst Services</dc:creator>
  <cp:lastModifiedBy>Business Analyst Services</cp:lastModifiedBy>
</cp:coreProperties>
</file>