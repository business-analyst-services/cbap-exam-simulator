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10.10  Collaborative Games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10.10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Uses a structured, playful exercise to surface assumptions and shared understanding that direct questioning does not reach.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a group is stuck, guarded, or dominated by one voice, and the obstacle is the dynamic rather than the information.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collaborative game is a device used inside a session; the workshop is the session. If the item turns on planning, facilitating or closing the event, it is workshops.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4.2 Conduct Elicitation · 4.5 Manage Stakeholder Collaboration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Speedboat, run to surface what is holding the release back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1499616"/>
            <a:ext cx="190263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SET UP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Draw the boat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Anchors below the line, wind above</a:t>
            </a:r>
          </a:p>
        </p:txBody>
      </p:sp>
      <p:cxnSp>
        <p:nvCxnSpPr>
          <p:cNvPr id="18" name="conn18"/>
          <p:cNvCxnSpPr/>
          <p:nvPr/>
        </p:nvCxnSpPr>
        <p:spPr>
          <a:xfrm>
            <a:off x="5441366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19" name="shape19"/>
          <p:cNvSpPr/>
          <p:nvPr/>
        </p:nvSpPr>
        <p:spPr>
          <a:xfrm>
            <a:off x="5624246" y="1499616"/>
            <a:ext cx="190263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PLAY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Everyone writes at once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Silent, 6 minutes, one idea per note</a:t>
            </a:r>
          </a:p>
        </p:txBody>
      </p:sp>
      <p:cxnSp>
        <p:nvCxnSpPr>
          <p:cNvPr id="20" name="conn20"/>
          <p:cNvCxnSpPr/>
          <p:nvPr/>
        </p:nvCxnSpPr>
        <p:spPr>
          <a:xfrm>
            <a:off x="7545172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21" name="shape21"/>
          <p:cNvSpPr/>
          <p:nvPr/>
        </p:nvSpPr>
        <p:spPr>
          <a:xfrm>
            <a:off x="7728052" y="1499616"/>
            <a:ext cx="190263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CLUSTER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Group the anchors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14 notes fall into 4 themes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9648977" y="2185416"/>
            <a:ext cx="164592" cy="1"/>
          </a:xfrm>
          <a:prstGeom prst="line">
            <a:avLst/>
          </a:prstGeom>
          <a:ln w="12700">
            <a:solidFill>
              <a:srgbClr val="C3C2B7"/>
            </a:solidFill>
            <a:tailEnd type="triangle" w="med" len="med"/>
          </a:ln>
        </p:spPr>
      </p:cxnSp>
      <p:sp>
        <p:nvSpPr>
          <p:cNvPr id="23" name="shape23"/>
          <p:cNvSpPr/>
          <p:nvPr/>
        </p:nvSpPr>
        <p:spPr>
          <a:xfrm>
            <a:off x="9831857" y="1499616"/>
            <a:ext cx="1902638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750" b="1" dirty="0">
                <a:solidFill>
                  <a:srgbClr val="184F95"/>
                </a:solidFill>
                <a:latin typeface="Aptos"/>
              </a:rPr>
              <a:t>DEBRIEF</a:t>
            </a:r>
          </a:p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Name the top two</a:t>
            </a:r>
          </a:p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Dot vote, then discuss</a:t>
            </a:r>
          </a:p>
        </p:txBody>
      </p:sp>
      <p:sp>
        <p:nvSpPr>
          <p:cNvPr id="24" name="shape24"/>
          <p:cNvSpPr/>
          <p:nvPr/>
        </p:nvSpPr>
        <p:spPr>
          <a:xfrm>
            <a:off x="3520440" y="3017520"/>
            <a:ext cx="8214055" cy="25603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↳ Everyone writes at once — — simultaneous writing is what stops the loudest voice framing the room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10.10 Collaborative Games — worked example</dc:title>
  <dc:creator>Business Analyst Services</dc:creator>
  <cp:lastModifiedBy>Business Analyst Services</cp:lastModifiedBy>
</cp:coreProperties>
</file>