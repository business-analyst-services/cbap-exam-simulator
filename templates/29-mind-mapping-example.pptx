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10.29  Mind Mapping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10.29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Organises ideas radially around a central concept to expose structure and association during thinking.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while exploring, when the shape of the problem is still forming and premature lists would close it down.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Mind mapping is for exploring and organising thought; functional decomposition is a disciplined breakdown of scope into parts. A mind map is not a deliverable model.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6.1 Analyze Current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First pass on why fundraising has got harder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Centre    2. Strand    3. Detail</a:t>
            </a:r>
          </a:p>
        </p:txBody>
      </p:sp>
      <p:sp>
        <p:nvSpPr>
          <p:cNvPr id="18" name="shape18"/>
          <p:cNvSpPr/>
          <p:nvPr/>
        </p:nvSpPr>
        <p:spPr>
          <a:xfrm>
            <a:off x="3520440" y="1499616"/>
            <a:ext cx="8214055" cy="295102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Fundraising is harder</a:t>
            </a:r>
          </a:p>
        </p:txBody>
      </p:sp>
      <p:sp>
        <p:nvSpPr>
          <p:cNvPr id="19" name="shape19"/>
          <p:cNvSpPr/>
          <p:nvPr/>
        </p:nvSpPr>
        <p:spPr>
          <a:xfrm>
            <a:off x="3904488" y="1840438"/>
            <a:ext cx="7830007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Donors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3776472" y="1987989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1" name="shape21"/>
          <p:cNvSpPr/>
          <p:nvPr/>
        </p:nvSpPr>
        <p:spPr>
          <a:xfrm>
            <a:off x="4288536" y="2181260"/>
            <a:ext cx="7445959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Regular givers ageing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160520" y="2328811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288536" y="2522081"/>
            <a:ext cx="7445959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Younger donors give once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4160520" y="266963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5" name="shape25"/>
          <p:cNvSpPr/>
          <p:nvPr/>
        </p:nvSpPr>
        <p:spPr>
          <a:xfrm>
            <a:off x="3904488" y="2862903"/>
            <a:ext cx="7830007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Channels</a:t>
            </a:r>
          </a:p>
        </p:txBody>
      </p:sp>
      <p:cxnSp>
        <p:nvCxnSpPr>
          <p:cNvPr id="26" name="conn26"/>
          <p:cNvCxnSpPr/>
          <p:nvPr/>
        </p:nvCxnSpPr>
        <p:spPr>
          <a:xfrm>
            <a:off x="3776472" y="301045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7" name="shape27"/>
          <p:cNvSpPr/>
          <p:nvPr/>
        </p:nvSpPr>
        <p:spPr>
          <a:xfrm>
            <a:off x="4288536" y="3203725"/>
            <a:ext cx="7445959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Direct mail response halved</a:t>
            </a:r>
          </a:p>
        </p:txBody>
      </p:sp>
      <p:cxnSp>
        <p:nvCxnSpPr>
          <p:cNvPr id="28" name="conn28"/>
          <p:cNvCxnSpPr/>
          <p:nvPr/>
        </p:nvCxnSpPr>
        <p:spPr>
          <a:xfrm>
            <a:off x="4160520" y="335127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9" name="shape29"/>
          <p:cNvSpPr/>
          <p:nvPr/>
        </p:nvSpPr>
        <p:spPr>
          <a:xfrm>
            <a:off x="4288536" y="3544547"/>
            <a:ext cx="7445959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No recurring option online</a:t>
            </a:r>
          </a:p>
        </p:txBody>
      </p:sp>
      <p:cxnSp>
        <p:nvCxnSpPr>
          <p:cNvPr id="30" name="conn30"/>
          <p:cNvCxnSpPr/>
          <p:nvPr/>
        </p:nvCxnSpPr>
        <p:spPr>
          <a:xfrm>
            <a:off x="4160520" y="369209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1" name="shape31"/>
          <p:cNvSpPr/>
          <p:nvPr/>
        </p:nvSpPr>
        <p:spPr>
          <a:xfrm>
            <a:off x="3904488" y="3885369"/>
            <a:ext cx="7830007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Capacity</a:t>
            </a:r>
          </a:p>
        </p:txBody>
      </p:sp>
      <p:cxnSp>
        <p:nvCxnSpPr>
          <p:cNvPr id="32" name="conn32"/>
          <p:cNvCxnSpPr/>
          <p:nvPr/>
        </p:nvCxnSpPr>
        <p:spPr>
          <a:xfrm>
            <a:off x="3776472" y="403292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3" name="shape33"/>
          <p:cNvSpPr/>
          <p:nvPr/>
        </p:nvSpPr>
        <p:spPr>
          <a:xfrm>
            <a:off x="4288536" y="4226191"/>
            <a:ext cx="7445959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Two fundraisers left, not replaced</a:t>
            </a:r>
          </a:p>
        </p:txBody>
      </p:sp>
      <p:cxnSp>
        <p:nvCxnSpPr>
          <p:cNvPr id="34" name="conn34"/>
          <p:cNvCxnSpPr/>
          <p:nvPr/>
        </p:nvCxnSpPr>
        <p:spPr>
          <a:xfrm>
            <a:off x="4160520" y="4373741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5" name="shape35"/>
          <p:cNvSpPr/>
          <p:nvPr/>
        </p:nvSpPr>
        <p:spPr>
          <a:xfrm>
            <a:off x="3904488" y="4567012"/>
            <a:ext cx="7830007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Competition</a:t>
            </a:r>
          </a:p>
        </p:txBody>
      </p:sp>
      <p:cxnSp>
        <p:nvCxnSpPr>
          <p:cNvPr id="36" name="conn36"/>
          <p:cNvCxnSpPr/>
          <p:nvPr/>
        </p:nvCxnSpPr>
        <p:spPr>
          <a:xfrm>
            <a:off x="3776472" y="4714563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7" name="shape37"/>
          <p:cNvSpPr/>
          <p:nvPr/>
        </p:nvSpPr>
        <p:spPr>
          <a:xfrm>
            <a:off x="4288536" y="4907834"/>
            <a:ext cx="7445959" cy="2951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Two new local charities</a:t>
            </a:r>
          </a:p>
        </p:txBody>
      </p:sp>
      <p:cxnSp>
        <p:nvCxnSpPr>
          <p:cNvPr id="38" name="conn38"/>
          <p:cNvCxnSpPr/>
          <p:nvPr/>
        </p:nvCxnSpPr>
        <p:spPr>
          <a:xfrm>
            <a:off x="4160520" y="5055385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10.29 Mind Mapping — worked example</dc:title>
  <dc:creator>Business Analyst Services</dc:creator>
  <cp:lastModifiedBy>Business Analyst Services</cp:lastModifiedBy>
</cp:coreProperties>
</file>