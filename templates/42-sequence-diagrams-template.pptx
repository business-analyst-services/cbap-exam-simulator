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36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10.42  Sequence Diagrams</a:t>
            </a:r>
          </a:p>
        </p:txBody>
      </p:sp>
      <p:sp>
        <p:nvSpPr>
          <p:cNvPr id="37" name="shape37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Modelling and specification</a:t>
            </a:r>
          </a:p>
        </p:txBody>
      </p:sp>
      <p:sp>
        <p:nvSpPr>
          <p:cNvPr id="38" name="shape38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39" name="conn39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40" name="shape40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41" name="shape41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10.42</a:t>
            </a:r>
          </a:p>
        </p:txBody>
      </p:sp>
      <p:sp>
        <p:nvSpPr>
          <p:cNvPr id="42" name="shape42"/>
          <p:cNvSpPr/>
          <p:nvPr/>
        </p:nvSpPr>
        <p:spPr>
          <a:xfrm>
            <a:off x="457200" y="1207008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250" b="1" dirty="0">
                <a:solidFill>
                  <a:srgbClr val="184F95"/>
                </a:solidFill>
                <a:latin typeface="Aptos"/>
              </a:rPr>
              <a:t>Sequence Diagrams — blank template</a:t>
            </a:r>
          </a:p>
        </p:txBody>
      </p:sp>
      <p:sp>
        <p:nvSpPr>
          <p:cNvPr id="43" name="shape43"/>
          <p:cNvSpPr/>
          <p:nvPr/>
        </p:nvSpPr>
        <p:spPr>
          <a:xfrm>
            <a:off x="457200" y="6089904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Time runs down the page. Mark which calls block and which return later — that gap is where races live.</a:t>
            </a:r>
          </a:p>
        </p:txBody>
      </p:sp>
      <p:sp>
        <p:nvSpPr>
          <p:cNvPr id="44" name="shape44"/>
          <p:cNvSpPr/>
          <p:nvPr/>
        </p:nvSpPr>
        <p:spPr>
          <a:xfrm>
            <a:off x="457200" y="1700784"/>
            <a:ext cx="173736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dirty="0">
                <a:solidFill>
                  <a:srgbClr val="0B0B0B"/>
                </a:solidFill>
                <a:latin typeface="Aptos"/>
              </a:rPr>
              <a:t>Participant 1</a:t>
            </a:r>
          </a:p>
        </p:txBody>
      </p:sp>
      <p:cxnSp>
        <p:nvCxnSpPr>
          <p:cNvPr id="45" name="conn45"/>
          <p:cNvCxnSpPr/>
          <p:nvPr/>
        </p:nvCxnSpPr>
        <p:spPr>
          <a:xfrm>
            <a:off x="1325880" y="2084832"/>
            <a:ext cx="1" cy="2377440"/>
          </a:xfrm>
          <a:prstGeom prst="line">
            <a:avLst/>
          </a:prstGeom>
          <a:ln w="6350">
            <a:solidFill>
              <a:srgbClr val="D9D8D0"/>
            </a:solidFill>
            <a:prstDash val="dash"/>
          </a:ln>
        </p:spPr>
      </p:cxnSp>
      <p:sp>
        <p:nvSpPr>
          <p:cNvPr id="46" name="shape46"/>
          <p:cNvSpPr/>
          <p:nvPr/>
        </p:nvSpPr>
        <p:spPr>
          <a:xfrm>
            <a:off x="3637178" y="1700784"/>
            <a:ext cx="173736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dirty="0">
                <a:solidFill>
                  <a:srgbClr val="0B0B0B"/>
                </a:solidFill>
                <a:latin typeface="Aptos"/>
              </a:rPr>
              <a:t>Participant 2</a:t>
            </a:r>
          </a:p>
        </p:txBody>
      </p:sp>
      <p:cxnSp>
        <p:nvCxnSpPr>
          <p:cNvPr id="47" name="conn47"/>
          <p:cNvCxnSpPr/>
          <p:nvPr/>
        </p:nvCxnSpPr>
        <p:spPr>
          <a:xfrm>
            <a:off x="4505858" y="2084832"/>
            <a:ext cx="1" cy="2377440"/>
          </a:xfrm>
          <a:prstGeom prst="line">
            <a:avLst/>
          </a:prstGeom>
          <a:ln w="6350">
            <a:solidFill>
              <a:srgbClr val="D9D8D0"/>
            </a:solidFill>
            <a:prstDash val="dash"/>
          </a:ln>
        </p:spPr>
      </p:cxnSp>
      <p:sp>
        <p:nvSpPr>
          <p:cNvPr id="48" name="shape48"/>
          <p:cNvSpPr/>
          <p:nvPr/>
        </p:nvSpPr>
        <p:spPr>
          <a:xfrm>
            <a:off x="6817157" y="1700784"/>
            <a:ext cx="173736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dirty="0">
                <a:solidFill>
                  <a:srgbClr val="0B0B0B"/>
                </a:solidFill>
                <a:latin typeface="Aptos"/>
              </a:rPr>
              <a:t>Participant 3</a:t>
            </a:r>
          </a:p>
        </p:txBody>
      </p:sp>
      <p:cxnSp>
        <p:nvCxnSpPr>
          <p:cNvPr id="49" name="conn49"/>
          <p:cNvCxnSpPr/>
          <p:nvPr/>
        </p:nvCxnSpPr>
        <p:spPr>
          <a:xfrm>
            <a:off x="7685837" y="2084832"/>
            <a:ext cx="1" cy="2377440"/>
          </a:xfrm>
          <a:prstGeom prst="line">
            <a:avLst/>
          </a:prstGeom>
          <a:ln w="6350">
            <a:solidFill>
              <a:srgbClr val="D9D8D0"/>
            </a:solidFill>
            <a:prstDash val="dash"/>
          </a:ln>
        </p:spPr>
      </p:cxnSp>
      <p:sp>
        <p:nvSpPr>
          <p:cNvPr id="50" name="shape50"/>
          <p:cNvSpPr/>
          <p:nvPr/>
        </p:nvSpPr>
        <p:spPr>
          <a:xfrm>
            <a:off x="9997135" y="1700784"/>
            <a:ext cx="173736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dirty="0">
                <a:solidFill>
                  <a:srgbClr val="0B0B0B"/>
                </a:solidFill>
                <a:latin typeface="Aptos"/>
              </a:rPr>
              <a:t>Participant 4</a:t>
            </a:r>
          </a:p>
        </p:txBody>
      </p:sp>
      <p:cxnSp>
        <p:nvCxnSpPr>
          <p:cNvPr id="51" name="conn51"/>
          <p:cNvCxnSpPr/>
          <p:nvPr/>
        </p:nvCxnSpPr>
        <p:spPr>
          <a:xfrm>
            <a:off x="10865815" y="2084832"/>
            <a:ext cx="1" cy="2377440"/>
          </a:xfrm>
          <a:prstGeom prst="line">
            <a:avLst/>
          </a:prstGeom>
          <a:ln w="6350">
            <a:solidFill>
              <a:srgbClr val="D9D8D0"/>
            </a:solidFill>
            <a:prstDash val="dash"/>
          </a:ln>
        </p:spPr>
      </p:cxnSp>
      <p:cxnSp>
        <p:nvCxnSpPr>
          <p:cNvPr id="52" name="conn52"/>
          <p:cNvCxnSpPr/>
          <p:nvPr/>
        </p:nvCxnSpPr>
        <p:spPr>
          <a:xfrm>
            <a:off x="1325880" y="2478024"/>
            <a:ext cx="3179978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sp>
        <p:nvSpPr>
          <p:cNvPr id="53" name="shape53"/>
          <p:cNvSpPr/>
          <p:nvPr/>
        </p:nvSpPr>
        <p:spPr>
          <a:xfrm>
            <a:off x="1325880" y="2221992"/>
            <a:ext cx="317997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endParaRPr lang="en-AU" sz="800"/>
          </a:p>
        </p:txBody>
      </p:sp>
      <p:cxnSp>
        <p:nvCxnSpPr>
          <p:cNvPr id="54" name="conn54"/>
          <p:cNvCxnSpPr/>
          <p:nvPr/>
        </p:nvCxnSpPr>
        <p:spPr>
          <a:xfrm flipH="1">
            <a:off x="1325880" y="2898648"/>
            <a:ext cx="3179978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sp>
        <p:nvSpPr>
          <p:cNvPr id="55" name="shape55"/>
          <p:cNvSpPr/>
          <p:nvPr/>
        </p:nvSpPr>
        <p:spPr>
          <a:xfrm>
            <a:off x="1325880" y="2642616"/>
            <a:ext cx="317997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endParaRPr lang="en-AU" sz="800"/>
          </a:p>
        </p:txBody>
      </p:sp>
      <p:cxnSp>
        <p:nvCxnSpPr>
          <p:cNvPr id="56" name="conn56"/>
          <p:cNvCxnSpPr/>
          <p:nvPr/>
        </p:nvCxnSpPr>
        <p:spPr>
          <a:xfrm>
            <a:off x="1325880" y="3319272"/>
            <a:ext cx="6359957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sp>
        <p:nvSpPr>
          <p:cNvPr id="57" name="shape57"/>
          <p:cNvSpPr/>
          <p:nvPr/>
        </p:nvSpPr>
        <p:spPr>
          <a:xfrm>
            <a:off x="1325880" y="3063240"/>
            <a:ext cx="6359957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endParaRPr lang="en-AU" sz="800"/>
          </a:p>
        </p:txBody>
      </p:sp>
      <p:cxnSp>
        <p:nvCxnSpPr>
          <p:cNvPr id="58" name="conn58"/>
          <p:cNvCxnSpPr/>
          <p:nvPr/>
        </p:nvCxnSpPr>
        <p:spPr>
          <a:xfrm>
            <a:off x="1325880" y="3739896"/>
            <a:ext cx="9539935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sp>
        <p:nvSpPr>
          <p:cNvPr id="59" name="shape59"/>
          <p:cNvSpPr/>
          <p:nvPr/>
        </p:nvSpPr>
        <p:spPr>
          <a:xfrm>
            <a:off x="1325880" y="3483864"/>
            <a:ext cx="9539935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endParaRPr lang="en-AU" sz="800"/>
          </a:p>
        </p:txBody>
      </p:sp>
      <p:cxnSp>
        <p:nvCxnSpPr>
          <p:cNvPr id="60" name="conn60"/>
          <p:cNvCxnSpPr/>
          <p:nvPr/>
        </p:nvCxnSpPr>
        <p:spPr>
          <a:xfrm flipH="1">
            <a:off x="1325880" y="4160520"/>
            <a:ext cx="6359957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sp>
        <p:nvSpPr>
          <p:cNvPr id="61" name="shape61"/>
          <p:cNvSpPr/>
          <p:nvPr/>
        </p:nvSpPr>
        <p:spPr>
          <a:xfrm>
            <a:off x="1325880" y="3904488"/>
            <a:ext cx="6359957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endParaRPr lang="en-AU"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10.42 Sequence Diagrams — blank template</dc:title>
  <dc:creator>Business Analyst Services</dc:creator>
  <cp:lastModifiedBy>Business Analyst Services</cp:lastModifiedBy>
</cp:coreProperties>
</file>