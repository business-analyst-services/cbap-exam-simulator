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2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10.11  Concept Modelling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31" name="shape3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2" name="conn3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3" name="shape3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4" name="shape3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10.11</a:t>
            </a:r>
          </a:p>
        </p:txBody>
      </p:sp>
      <p:sp>
        <p:nvSpPr>
          <p:cNvPr id="35" name="shape35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Concept Modelling — blank template</a:t>
            </a:r>
          </a:p>
        </p:txBody>
      </p:sp>
      <p:sp>
        <p:nvSpPr>
          <p:cNvPr id="36" name="shape36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Placeholders name the level, not the content. Two branches shown; add as many as the subject needs.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1481328"/>
            <a:ext cx="1127729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Concept    2. Relates to    3. Detail</a:t>
            </a:r>
          </a:p>
        </p:txBody>
      </p:sp>
      <p:sp>
        <p:nvSpPr>
          <p:cNvPr id="38" name="shape38"/>
          <p:cNvSpPr/>
          <p:nvPr/>
        </p:nvSpPr>
        <p:spPr>
          <a:xfrm>
            <a:off x="457200" y="1700784"/>
            <a:ext cx="11277295" cy="33832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Concept</a:t>
            </a:r>
          </a:p>
        </p:txBody>
      </p:sp>
      <p:sp>
        <p:nvSpPr>
          <p:cNvPr id="39" name="shape39"/>
          <p:cNvSpPr/>
          <p:nvPr/>
        </p:nvSpPr>
        <p:spPr>
          <a:xfrm>
            <a:off x="841248" y="2084832"/>
            <a:ext cx="1089324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Relates to</a:t>
            </a:r>
          </a:p>
        </p:txBody>
      </p:sp>
      <p:cxnSp>
        <p:nvCxnSpPr>
          <p:cNvPr id="40" name="conn40"/>
          <p:cNvCxnSpPr/>
          <p:nvPr/>
        </p:nvCxnSpPr>
        <p:spPr>
          <a:xfrm>
            <a:off x="713232" y="225399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1" name="shape41"/>
          <p:cNvSpPr/>
          <p:nvPr/>
        </p:nvSpPr>
        <p:spPr>
          <a:xfrm>
            <a:off x="1225296" y="2468880"/>
            <a:ext cx="1050919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Detail</a:t>
            </a:r>
          </a:p>
        </p:txBody>
      </p:sp>
      <p:cxnSp>
        <p:nvCxnSpPr>
          <p:cNvPr id="42" name="conn42"/>
          <p:cNvCxnSpPr/>
          <p:nvPr/>
        </p:nvCxnSpPr>
        <p:spPr>
          <a:xfrm>
            <a:off x="1097280" y="263804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3" name="shape43"/>
          <p:cNvSpPr/>
          <p:nvPr/>
        </p:nvSpPr>
        <p:spPr>
          <a:xfrm>
            <a:off x="1225296" y="2852928"/>
            <a:ext cx="1050919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Detail</a:t>
            </a:r>
          </a:p>
        </p:txBody>
      </p:sp>
      <p:cxnSp>
        <p:nvCxnSpPr>
          <p:cNvPr id="44" name="conn44"/>
          <p:cNvCxnSpPr/>
          <p:nvPr/>
        </p:nvCxnSpPr>
        <p:spPr>
          <a:xfrm>
            <a:off x="1097280" y="302209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5" name="shape45"/>
          <p:cNvSpPr/>
          <p:nvPr/>
        </p:nvSpPr>
        <p:spPr>
          <a:xfrm>
            <a:off x="841248" y="3236976"/>
            <a:ext cx="1089324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Relates to</a:t>
            </a:r>
          </a:p>
        </p:txBody>
      </p:sp>
      <p:cxnSp>
        <p:nvCxnSpPr>
          <p:cNvPr id="46" name="conn46"/>
          <p:cNvCxnSpPr/>
          <p:nvPr/>
        </p:nvCxnSpPr>
        <p:spPr>
          <a:xfrm>
            <a:off x="713232" y="340614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7" name="shape47"/>
          <p:cNvSpPr/>
          <p:nvPr/>
        </p:nvSpPr>
        <p:spPr>
          <a:xfrm>
            <a:off x="1225296" y="3621024"/>
            <a:ext cx="1050919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Detail</a:t>
            </a:r>
          </a:p>
        </p:txBody>
      </p:sp>
      <p:cxnSp>
        <p:nvCxnSpPr>
          <p:cNvPr id="48" name="conn48"/>
          <p:cNvCxnSpPr/>
          <p:nvPr/>
        </p:nvCxnSpPr>
        <p:spPr>
          <a:xfrm>
            <a:off x="1097280" y="379018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9" name="shape49"/>
          <p:cNvSpPr/>
          <p:nvPr/>
        </p:nvSpPr>
        <p:spPr>
          <a:xfrm>
            <a:off x="1225296" y="4005072"/>
            <a:ext cx="1050919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Detail</a:t>
            </a:r>
          </a:p>
        </p:txBody>
      </p:sp>
      <p:cxnSp>
        <p:nvCxnSpPr>
          <p:cNvPr id="50" name="conn50"/>
          <p:cNvCxnSpPr/>
          <p:nvPr/>
        </p:nvCxnSpPr>
        <p:spPr>
          <a:xfrm>
            <a:off x="1097280" y="417423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10.11 Concept Modelling — blank template</dc:title>
  <dc:creator>Business Analyst Services</dc:creator>
  <cp:lastModifiedBy>Business Analyst Services</cp:lastModifiedBy>
</cp:coreProperties>
</file>