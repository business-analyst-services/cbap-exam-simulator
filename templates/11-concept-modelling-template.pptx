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2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10.11  Concept Modelling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31" name="shape3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2" name="conn3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3" name="shape3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4" name="shape3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10.11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6" name="shape36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Placeholders name the level, not the content. Two branches shown; add as many as the subject needs.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Fixes the business vocabulary and the relationships between its terms, independently of any system or database.</a:t>
            </a:r>
          </a:p>
        </p:txBody>
      </p:sp>
      <p:sp>
        <p:nvSpPr>
          <p:cNvPr id="39" name="shape39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concept model is about meaning in the business; a data model is about structure for storage. Items that mention tables, keys or attributes have already left concept modelling.</a:t>
            </a:r>
          </a:p>
        </p:txBody>
      </p:sp>
      <p:sp>
        <p:nvSpPr>
          <p:cNvPr id="41" name="shape41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2" name="shape42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7.4 Define Requirements Architecture</a:t>
            </a:r>
          </a:p>
        </p:txBody>
      </p:sp>
      <p:sp>
        <p:nvSpPr>
          <p:cNvPr id="43" name="shape43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Concept Modelling — blank template</a:t>
            </a:r>
          </a:p>
        </p:txBody>
      </p:sp>
      <p:sp>
        <p:nvSpPr>
          <p:cNvPr id="44" name="shape44"/>
          <p:cNvSpPr/>
          <p:nvPr/>
        </p:nvSpPr>
        <p:spPr>
          <a:xfrm>
            <a:off x="3520440" y="1280160"/>
            <a:ext cx="8214055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1. Concept    2. Relates to    3. Detail</a:t>
            </a:r>
          </a:p>
        </p:txBody>
      </p:sp>
      <p:sp>
        <p:nvSpPr>
          <p:cNvPr id="45" name="shape45"/>
          <p:cNvSpPr/>
          <p:nvPr/>
        </p:nvSpPr>
        <p:spPr>
          <a:xfrm>
            <a:off x="3520440" y="1499616"/>
            <a:ext cx="8214055" cy="338328"/>
          </a:xfrm>
          <a:prstGeom prst="roundRect">
            <a:avLst>
              <a:gd name="adj" fmla="val 8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Concept</a:t>
            </a:r>
          </a:p>
        </p:txBody>
      </p:sp>
      <p:sp>
        <p:nvSpPr>
          <p:cNvPr id="46" name="shape46"/>
          <p:cNvSpPr/>
          <p:nvPr/>
        </p:nvSpPr>
        <p:spPr>
          <a:xfrm>
            <a:off x="3904488" y="1883664"/>
            <a:ext cx="783000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Relates to</a:t>
            </a:r>
          </a:p>
        </p:txBody>
      </p:sp>
      <p:cxnSp>
        <p:nvCxnSpPr>
          <p:cNvPr id="47" name="conn47"/>
          <p:cNvCxnSpPr/>
          <p:nvPr/>
        </p:nvCxnSpPr>
        <p:spPr>
          <a:xfrm>
            <a:off x="3776472" y="205282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48" name="shape48"/>
          <p:cNvSpPr/>
          <p:nvPr/>
        </p:nvSpPr>
        <p:spPr>
          <a:xfrm>
            <a:off x="4288536" y="2267712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49" name="conn49"/>
          <p:cNvCxnSpPr/>
          <p:nvPr/>
        </p:nvCxnSpPr>
        <p:spPr>
          <a:xfrm>
            <a:off x="4160520" y="243687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0" name="shape50"/>
          <p:cNvSpPr/>
          <p:nvPr/>
        </p:nvSpPr>
        <p:spPr>
          <a:xfrm>
            <a:off x="4288536" y="2651760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51" name="conn51"/>
          <p:cNvCxnSpPr/>
          <p:nvPr/>
        </p:nvCxnSpPr>
        <p:spPr>
          <a:xfrm>
            <a:off x="4160520" y="282092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2" name="shape52"/>
          <p:cNvSpPr/>
          <p:nvPr/>
        </p:nvSpPr>
        <p:spPr>
          <a:xfrm>
            <a:off x="3904488" y="3035808"/>
            <a:ext cx="7830007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Relates to</a:t>
            </a:r>
          </a:p>
        </p:txBody>
      </p:sp>
      <p:cxnSp>
        <p:nvCxnSpPr>
          <p:cNvPr id="53" name="conn53"/>
          <p:cNvCxnSpPr/>
          <p:nvPr/>
        </p:nvCxnSpPr>
        <p:spPr>
          <a:xfrm>
            <a:off x="3776472" y="320497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4" name="shape54"/>
          <p:cNvSpPr/>
          <p:nvPr/>
        </p:nvSpPr>
        <p:spPr>
          <a:xfrm>
            <a:off x="4288536" y="3419856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55" name="conn55"/>
          <p:cNvCxnSpPr/>
          <p:nvPr/>
        </p:nvCxnSpPr>
        <p:spPr>
          <a:xfrm>
            <a:off x="4160520" y="358902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6" name="shape56"/>
          <p:cNvSpPr/>
          <p:nvPr/>
        </p:nvSpPr>
        <p:spPr>
          <a:xfrm>
            <a:off x="4288536" y="3803904"/>
            <a:ext cx="7445959" cy="338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Detail</a:t>
            </a:r>
          </a:p>
        </p:txBody>
      </p:sp>
      <p:cxnSp>
        <p:nvCxnSpPr>
          <p:cNvPr id="57" name="conn57"/>
          <p:cNvCxnSpPr/>
          <p:nvPr/>
        </p:nvCxnSpPr>
        <p:spPr>
          <a:xfrm>
            <a:off x="4160520" y="397306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10.11 Concept Modelling — blank template</dc:title>
  <dc:creator>Business Analyst Services</dc:creator>
  <cp:lastModifiedBy>Business Analyst Services</cp:lastModifiedBy>
</cp:coreProperties>
</file>