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10.8  Business Model Canvas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10.8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Lays the operating logic of a business on one page across nine blocks, from value proposition through to cost structure and revenue streams.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early, when the question is how the enterprise creates and captures value rather than how a particular process runs.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The canvas describes a whole business model; SWOT assesses position. An item asking what would break if the revenue model changed is canvas work; one asking what threatens the organisation is SWOT.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Trade publisher — moving from distributor print to direct digital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The publisher does not hold its own subscriber list. That is the change strategy's first problem.</a:t>
            </a:r>
          </a:p>
        </p:txBody>
      </p:sp>
      <p:sp>
        <p:nvSpPr>
          <p:cNvPr id="18" name="shape18"/>
          <p:cNvSpPr/>
          <p:nvPr/>
        </p:nvSpPr>
        <p:spPr>
          <a:xfrm>
            <a:off x="3547872" y="1527048"/>
            <a:ext cx="1587947" cy="2600554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PARTNERS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single distributor (80% of revenue)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payment processor, CDN</a:t>
            </a:r>
          </a:p>
        </p:txBody>
      </p:sp>
      <p:sp>
        <p:nvSpPr>
          <p:cNvPr id="19" name="shape19"/>
          <p:cNvSpPr/>
          <p:nvPr/>
        </p:nvSpPr>
        <p:spPr>
          <a:xfrm>
            <a:off x="5190683" y="1527048"/>
            <a:ext cx="1587947" cy="12728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ACTIVITIES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commissioning, print scheduling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commissioning, platform operation</a:t>
            </a:r>
          </a:p>
        </p:txBody>
      </p:sp>
      <p:sp>
        <p:nvSpPr>
          <p:cNvPr id="20" name="shape20"/>
          <p:cNvSpPr/>
          <p:nvPr/>
        </p:nvSpPr>
        <p:spPr>
          <a:xfrm>
            <a:off x="6833494" y="1527048"/>
            <a:ext cx="1587947" cy="2600554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VALUE PROPOSITION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Unchanged: trusted trade reporting</a:t>
            </a:r>
          </a:p>
        </p:txBody>
      </p:sp>
      <p:sp>
        <p:nvSpPr>
          <p:cNvPr id="21" name="shape21"/>
          <p:cNvSpPr/>
          <p:nvPr/>
        </p:nvSpPr>
        <p:spPr>
          <a:xfrm>
            <a:off x="8476305" y="1527048"/>
            <a:ext cx="1587947" cy="12728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RELATIONSHIP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none — distributor owns it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direct, renewable</a:t>
            </a:r>
          </a:p>
        </p:txBody>
      </p:sp>
      <p:sp>
        <p:nvSpPr>
          <p:cNvPr id="22" name="shape22"/>
          <p:cNvSpPr/>
          <p:nvPr/>
        </p:nvSpPr>
        <p:spPr>
          <a:xfrm>
            <a:off x="8476305" y="2854757"/>
            <a:ext cx="1587947" cy="12728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CHANNELS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print via distributor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web and app, direct</a:t>
            </a:r>
          </a:p>
        </p:txBody>
      </p:sp>
      <p:sp>
        <p:nvSpPr>
          <p:cNvPr id="23" name="shape23"/>
          <p:cNvSpPr/>
          <p:nvPr/>
        </p:nvSpPr>
        <p:spPr>
          <a:xfrm>
            <a:off x="10119116" y="1527048"/>
            <a:ext cx="1587947" cy="2600554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SEGMENTS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Unchanged: trade professionals</a:t>
            </a:r>
          </a:p>
        </p:txBody>
      </p:sp>
      <p:sp>
        <p:nvSpPr>
          <p:cNvPr id="24" name="shape24"/>
          <p:cNvSpPr/>
          <p:nvPr/>
        </p:nvSpPr>
        <p:spPr>
          <a:xfrm>
            <a:off x="8476305" y="4182466"/>
            <a:ext cx="3230758" cy="1313078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REVENUE STREAMS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wholesale, 80% of total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subscription, recognised monthly</a:t>
            </a:r>
          </a:p>
        </p:txBody>
      </p:sp>
      <p:sp>
        <p:nvSpPr>
          <p:cNvPr id="25" name="shape25"/>
          <p:cNvSpPr/>
          <p:nvPr/>
        </p:nvSpPr>
        <p:spPr>
          <a:xfrm>
            <a:off x="3547872" y="4182466"/>
            <a:ext cx="4873569" cy="1313078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COST STRUCTURE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print, freight, distributor margin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platform, support, card fees</a:t>
            </a:r>
          </a:p>
        </p:txBody>
      </p:sp>
      <p:sp>
        <p:nvSpPr>
          <p:cNvPr id="26" name="shape26"/>
          <p:cNvSpPr/>
          <p:nvPr/>
        </p:nvSpPr>
        <p:spPr>
          <a:xfrm>
            <a:off x="5190683" y="2854757"/>
            <a:ext cx="1587947" cy="1272845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RESOURCES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Now: print contract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After: subscriber list — currently not owned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10.8 Business Model Canvas — worked example</dc:title>
  <dc:creator>Business Analyst Services</dc:creator>
  <cp:lastModifiedBy>Business Analyst Services</cp:lastModifiedBy>
</cp:coreProperties>
</file>