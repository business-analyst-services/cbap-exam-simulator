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10.49  Vendor Assessment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Valuation and decision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10.49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Judges whether a supplier can meet the commitment: capability, viability, cultural fit, licensing and the terms of the relationship.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whenever part of the solution will be bought or delivered by a third party, and before the product demonstration does the deciding.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Vendor assessment judges the supplier; evaluation criteria judge the product. An item where the shortlisted product fits but the supplier is thinly capitalised is testing vendor assessment.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7.5 Define Design Options · 7.6 Analyze Potential Value and Recommend Solution · 6.4 Define Change Strategy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The supplier behind the highest-scoring product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The product genuinely is the best fit. Both assessments go to the decision-maker, not one folded into the other.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Bearing on a 7-year contract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Trading history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 years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 evidence of sustaining a long engagement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Financial position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Loss-making, 9 staff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Viability risk across the term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Reference site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One council, half our size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Capacity at our scale unproven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Continuity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 source escrow offered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Rates register is unrecoverable if the firm fails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10.49 Vendor Assessment — worked example</dc:title>
  <dc:creator>Business Analyst Services</dc:creator>
  <cp:lastModifiedBy>Business Analyst Services</cp:lastModifiedBy>
</cp:coreProperties>
</file>