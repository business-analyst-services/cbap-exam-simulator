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31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10.6  Business Capability Analysis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33" name="shape33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4" name="conn34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5" name="shape35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6" name="shape36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10.6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Business Capability Analysis — blank template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39" name="shape39"/>
          <p:cNvSpPr/>
          <p:nvPr/>
        </p:nvSpPr>
        <p:spPr>
          <a:xfrm>
            <a:off x="1828800" y="1700784"/>
            <a:ext cx="990569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Performance →</a:t>
            </a:r>
          </a:p>
        </p:txBody>
      </p:sp>
      <p:sp>
        <p:nvSpPr>
          <p:cNvPr id="40" name="shape40"/>
          <p:cNvSpPr/>
          <p:nvPr/>
        </p:nvSpPr>
        <p:spPr>
          <a:xfrm>
            <a:off x="1828800" y="1938528"/>
            <a:ext cx="330189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Weak</a:t>
            </a:r>
          </a:p>
        </p:txBody>
      </p:sp>
      <p:sp>
        <p:nvSpPr>
          <p:cNvPr id="41" name="shape41"/>
          <p:cNvSpPr/>
          <p:nvPr/>
        </p:nvSpPr>
        <p:spPr>
          <a:xfrm>
            <a:off x="5130698" y="1938528"/>
            <a:ext cx="330189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Adequate</a:t>
            </a:r>
          </a:p>
        </p:txBody>
      </p:sp>
      <p:sp>
        <p:nvSpPr>
          <p:cNvPr id="42" name="shape42"/>
          <p:cNvSpPr/>
          <p:nvPr/>
        </p:nvSpPr>
        <p:spPr>
          <a:xfrm>
            <a:off x="8432597" y="1938528"/>
            <a:ext cx="330189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Strong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2203704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Critical</a:t>
            </a:r>
          </a:p>
        </p:txBody>
      </p:sp>
      <p:sp>
        <p:nvSpPr>
          <p:cNvPr id="44" name="shape44"/>
          <p:cNvSpPr/>
          <p:nvPr/>
        </p:nvSpPr>
        <p:spPr>
          <a:xfrm>
            <a:off x="1865376" y="22037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5" name="shape45"/>
          <p:cNvSpPr/>
          <p:nvPr/>
        </p:nvSpPr>
        <p:spPr>
          <a:xfrm>
            <a:off x="5167274" y="22037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6" name="shape46"/>
          <p:cNvSpPr/>
          <p:nvPr/>
        </p:nvSpPr>
        <p:spPr>
          <a:xfrm>
            <a:off x="8469173" y="22037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7" name="shape47"/>
          <p:cNvSpPr/>
          <p:nvPr/>
        </p:nvSpPr>
        <p:spPr>
          <a:xfrm>
            <a:off x="457200" y="3575304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Supporting</a:t>
            </a:r>
          </a:p>
        </p:txBody>
      </p:sp>
      <p:sp>
        <p:nvSpPr>
          <p:cNvPr id="48" name="shape48"/>
          <p:cNvSpPr/>
          <p:nvPr/>
        </p:nvSpPr>
        <p:spPr>
          <a:xfrm>
            <a:off x="1865376" y="35753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5167274" y="35753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0" name="shape50"/>
          <p:cNvSpPr/>
          <p:nvPr/>
        </p:nvSpPr>
        <p:spPr>
          <a:xfrm>
            <a:off x="8469173" y="3575304"/>
            <a:ext cx="322874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1" name="shape51"/>
          <p:cNvSpPr/>
          <p:nvPr/>
        </p:nvSpPr>
        <p:spPr>
          <a:xfrm>
            <a:off x="411480" y="220370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Importance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10.6 Business Capability Analysis — blank template</dc:title>
  <dc:creator>Business Analyst Services</dc:creator>
  <cp:lastModifiedBy>Business Analyst Services</cp:lastModifiedBy>
</cp:coreProperties>
</file>