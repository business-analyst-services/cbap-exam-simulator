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18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10.18  Document Analysis</a:t>
            </a:r>
          </a:p>
        </p:txBody>
      </p:sp>
      <p:sp>
        <p:nvSpPr>
          <p:cNvPr id="19" name="shape19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20" name="shape20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1" name="conn21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2" name="shape22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3" name="shape23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10.18</a:t>
            </a:r>
          </a:p>
        </p:txBody>
      </p:sp>
      <p:sp>
        <p:nvSpPr>
          <p:cNvPr id="24" name="shape24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source.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Elicits information from existing material: procedures, contracts, system documentation, regulations and prior artefacts.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Document analysis is elicitation from artefacts, not verification of your own work. If the material being examined is the requirements you just wrote, that is reviews.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1" name="shape31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4.1 Prepare for Elicitation · 4.2 Conduct Elicitation · 6.1 Analyze Current State</a:t>
            </a:r>
          </a:p>
        </p:txBody>
      </p:sp>
      <p:sp>
        <p:nvSpPr>
          <p:cNvPr id="32" name="shape32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Document Analysis — blank template</a:t>
            </a:r>
          </a:p>
        </p:txBody>
      </p:sp>
      <p:graphicFrame>
        <p:nvGraphicFramePr>
          <p:cNvPr id="33" name="table33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What it settled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What it could not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10.18 Document Analysis — blank template</dc:title>
  <dc:creator>Business Analyst Services</dc:creator>
  <cp:lastModifiedBy>Business Analyst Services</cp:lastModifiedBy>
</cp:coreProperties>
</file>