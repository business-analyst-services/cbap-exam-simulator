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10.50  Workshops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10.50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Brings the right stakeholders together in a facilitated, purposeful session that ends in a defined work product.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 decision or a shared model needs several parties in the room at once, and serial consultation would take too long or never converge.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workshop produces an agreed output; a focus group gathers views; a meeting has no such contract. The presence of a facilitator, a defined output and a scribe is what makes it a workshop.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4.3 Confirm Elicitation Results · 7.3 Validate Requirements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Extension rules, five faculties, one session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BEFORE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Circulate the five current practices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Read in advance, not in the room</a:t>
            </a:r>
          </a:p>
        </p:txBody>
      </p:sp>
      <p:cxnSp>
        <p:nvCxnSpPr>
          <p:cNvPr id="18" name="conn18"/>
          <p:cNvCxnSpPr/>
          <p:nvPr/>
        </p:nvCxnSpPr>
        <p:spPr>
          <a:xfrm>
            <a:off x="5020605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19" name="shape19"/>
          <p:cNvSpPr/>
          <p:nvPr/>
        </p:nvSpPr>
        <p:spPr>
          <a:xfrm>
            <a:off x="5203485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OPEN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State the output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One rule set, agreed today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6703649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1" name="shape21"/>
          <p:cNvSpPr/>
          <p:nvPr/>
        </p:nvSpPr>
        <p:spPr>
          <a:xfrm>
            <a:off x="6886529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WORK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Reconcile clause by clause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Divergences parked, not debated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8386694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3" name="shape23"/>
          <p:cNvSpPr/>
          <p:nvPr/>
        </p:nvSpPr>
        <p:spPr>
          <a:xfrm>
            <a:off x="8569574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DECIDE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Resolve the parked list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7 items, 5 agreed, 2 escalated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10069739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5" name="shape25"/>
          <p:cNvSpPr/>
          <p:nvPr/>
        </p:nvSpPr>
        <p:spPr>
          <a:xfrm>
            <a:off x="10252619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CLOSE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Read back and confirm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Scribe reads the decisions aloud</a:t>
            </a:r>
          </a:p>
        </p:txBody>
      </p:sp>
      <p:sp>
        <p:nvSpPr>
          <p:cNvPr id="26" name="shape26"/>
          <p:cNvSpPr/>
          <p:nvPr/>
        </p:nvSpPr>
        <p:spPr>
          <a:xfrm>
            <a:off x="3520440" y="3017520"/>
            <a:ext cx="821405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↳ State the output — — without this it is a meeting, and three of them have already produced nothing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10.50 Workshops — worked example</dc:title>
  <dc:creator>Business Analyst Services</dc:creator>
  <cp:lastModifiedBy>Business Analyst Services</cp:lastModifiedBy>
</cp:coreProperties>
</file>