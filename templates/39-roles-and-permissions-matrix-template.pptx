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3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10.39  Roles and Permissions Matrix</a:t>
            </a:r>
          </a:p>
        </p:txBody>
      </p:sp>
      <p:sp>
        <p:nvSpPr>
          <p:cNvPr id="40" name="shape4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1" name="shape4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42" name="conn4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43" name="shape4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44" name="shape4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10.39</a:t>
            </a:r>
          </a:p>
        </p:txBody>
      </p:sp>
      <p:sp>
        <p:nvSpPr>
          <p:cNvPr id="45" name="shape45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Roles and Permissions Matrix — blank template</a:t>
            </a:r>
          </a:p>
        </p:txBody>
      </p:sp>
      <p:sp>
        <p:nvSpPr>
          <p:cNvPr id="46" name="shape46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Place each item in one cell only. If it fits two, the axes are not yet sharp enough.</a:t>
            </a:r>
          </a:p>
        </p:txBody>
      </p:sp>
      <p:sp>
        <p:nvSpPr>
          <p:cNvPr id="47" name="shape47"/>
          <p:cNvSpPr/>
          <p:nvPr/>
        </p:nvSpPr>
        <p:spPr>
          <a:xfrm>
            <a:off x="1828800" y="1700784"/>
            <a:ext cx="99056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6B6A66"/>
                </a:solidFill>
                <a:latin typeface="Aptos"/>
              </a:rPr>
              <a:t>Action →</a:t>
            </a:r>
          </a:p>
        </p:txBody>
      </p:sp>
      <p:sp>
        <p:nvSpPr>
          <p:cNvPr id="48" name="shape48"/>
          <p:cNvSpPr/>
          <p:nvPr/>
        </p:nvSpPr>
        <p:spPr>
          <a:xfrm>
            <a:off x="1828800" y="1938528"/>
            <a:ext cx="247642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Create</a:t>
            </a:r>
          </a:p>
        </p:txBody>
      </p:sp>
      <p:sp>
        <p:nvSpPr>
          <p:cNvPr id="49" name="shape49"/>
          <p:cNvSpPr/>
          <p:nvPr/>
        </p:nvSpPr>
        <p:spPr>
          <a:xfrm>
            <a:off x="4305224" y="1938528"/>
            <a:ext cx="247642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Approve</a:t>
            </a:r>
          </a:p>
        </p:txBody>
      </p:sp>
      <p:sp>
        <p:nvSpPr>
          <p:cNvPr id="50" name="shape50"/>
          <p:cNvSpPr/>
          <p:nvPr/>
        </p:nvSpPr>
        <p:spPr>
          <a:xfrm>
            <a:off x="6781648" y="1938528"/>
            <a:ext cx="247642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Amend</a:t>
            </a:r>
          </a:p>
        </p:txBody>
      </p:sp>
      <p:sp>
        <p:nvSpPr>
          <p:cNvPr id="51" name="shape51"/>
          <p:cNvSpPr/>
          <p:nvPr/>
        </p:nvSpPr>
        <p:spPr>
          <a:xfrm>
            <a:off x="9258071" y="1938528"/>
            <a:ext cx="2476424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Delete</a:t>
            </a:r>
          </a:p>
        </p:txBody>
      </p:sp>
      <p:sp>
        <p:nvSpPr>
          <p:cNvPr id="52" name="shape52"/>
          <p:cNvSpPr/>
          <p:nvPr/>
        </p:nvSpPr>
        <p:spPr>
          <a:xfrm>
            <a:off x="457200" y="2203704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Grants officer</a:t>
            </a:r>
          </a:p>
        </p:txBody>
      </p:sp>
      <p:sp>
        <p:nvSpPr>
          <p:cNvPr id="53" name="shape53"/>
          <p:cNvSpPr/>
          <p:nvPr/>
        </p:nvSpPr>
        <p:spPr>
          <a:xfrm>
            <a:off x="1865376" y="2203704"/>
            <a:ext cx="240327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4" name="shape54"/>
          <p:cNvSpPr/>
          <p:nvPr/>
        </p:nvSpPr>
        <p:spPr>
          <a:xfrm>
            <a:off x="4341800" y="2203704"/>
            <a:ext cx="240327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5" name="shape55"/>
          <p:cNvSpPr/>
          <p:nvPr/>
        </p:nvSpPr>
        <p:spPr>
          <a:xfrm>
            <a:off x="6818224" y="2203704"/>
            <a:ext cx="240327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6" name="shape56"/>
          <p:cNvSpPr/>
          <p:nvPr/>
        </p:nvSpPr>
        <p:spPr>
          <a:xfrm>
            <a:off x="9294647" y="2203704"/>
            <a:ext cx="240327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7" name="shape57"/>
          <p:cNvSpPr/>
          <p:nvPr/>
        </p:nvSpPr>
        <p:spPr>
          <a:xfrm>
            <a:off x="457200" y="3575304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Finance officer</a:t>
            </a:r>
          </a:p>
        </p:txBody>
      </p:sp>
      <p:sp>
        <p:nvSpPr>
          <p:cNvPr id="58" name="shape58"/>
          <p:cNvSpPr/>
          <p:nvPr/>
        </p:nvSpPr>
        <p:spPr>
          <a:xfrm>
            <a:off x="1865376" y="3575304"/>
            <a:ext cx="240327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9" name="shape59"/>
          <p:cNvSpPr/>
          <p:nvPr/>
        </p:nvSpPr>
        <p:spPr>
          <a:xfrm>
            <a:off x="4341800" y="3575304"/>
            <a:ext cx="240327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60" name="shape60"/>
          <p:cNvSpPr/>
          <p:nvPr/>
        </p:nvSpPr>
        <p:spPr>
          <a:xfrm>
            <a:off x="6818224" y="3575304"/>
            <a:ext cx="240327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61" name="shape61"/>
          <p:cNvSpPr/>
          <p:nvPr/>
        </p:nvSpPr>
        <p:spPr>
          <a:xfrm>
            <a:off x="9294647" y="3575304"/>
            <a:ext cx="240327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62" name="shape62"/>
          <p:cNvSpPr/>
          <p:nvPr/>
        </p:nvSpPr>
        <p:spPr>
          <a:xfrm>
            <a:off x="457200" y="4946904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Team leader</a:t>
            </a:r>
          </a:p>
        </p:txBody>
      </p:sp>
      <p:sp>
        <p:nvSpPr>
          <p:cNvPr id="63" name="shape63"/>
          <p:cNvSpPr/>
          <p:nvPr/>
        </p:nvSpPr>
        <p:spPr>
          <a:xfrm>
            <a:off x="1865376" y="4946904"/>
            <a:ext cx="240327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64" name="shape64"/>
          <p:cNvSpPr/>
          <p:nvPr/>
        </p:nvSpPr>
        <p:spPr>
          <a:xfrm>
            <a:off x="4341800" y="4946904"/>
            <a:ext cx="240327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65" name="shape65"/>
          <p:cNvSpPr/>
          <p:nvPr/>
        </p:nvSpPr>
        <p:spPr>
          <a:xfrm>
            <a:off x="6818224" y="4946904"/>
            <a:ext cx="240327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66" name="shape66"/>
          <p:cNvSpPr/>
          <p:nvPr/>
        </p:nvSpPr>
        <p:spPr>
          <a:xfrm>
            <a:off x="9294647" y="4946904"/>
            <a:ext cx="240327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67" name="shape67"/>
          <p:cNvSpPr/>
          <p:nvPr/>
        </p:nvSpPr>
        <p:spPr>
          <a:xfrm>
            <a:off x="411480" y="220370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↑ Role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10.39 Roles and Permissions Matrix — blank template</dc:title>
  <dc:creator>Business Analyst Services</dc:creator>
  <cp:lastModifiedBy>Business Analyst Services</cp:lastModifiedBy>
</cp:coreProperties>
</file>