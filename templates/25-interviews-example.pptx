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10.25  Interviews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Elicitation and collaboration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10.25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Elicits information one-to-one or in a small group through prepared and follow-up questioning.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the subject is sensitive, the expertise is concentrated in one person, or the group setting would suppress what needs saying.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Interviews go deep with few people; surveys go wide with many. If the scenario needs coverage across hundreds of staff, interviewing them is the wrong instrument however thorough it sounds.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4.2 Conduct Elicitation · 4.1 Prepare for Elicitation · 6.1 Analyze Current State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Interview guide — chief pharmacist, 90 minutes</a:t>
            </a:r>
          </a:p>
        </p:txBody>
      </p:sp>
      <p:graphicFrame>
        <p:nvGraphicFramePr>
          <p:cNvPr id="17" name="table17"/>
          <p:cNvGraphicFramePr>
            <a:graphicFrameLocks noGrp="1"/>
          </p:cNvGraphicFramePr>
          <p:nvPr/>
        </p:nvGraphicFramePr>
        <p:xfrm>
          <a:off x="3520440" y="1499616"/>
          <a:ext cx="8214055" cy="192024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2918308"/>
                <a:gridCol w="291830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Question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Type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Why it is being asked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Walk me through the last handover that went wrong.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Gets a real case rather than the procedure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What did you decide not to pass on, and why?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The judgement is the target; it is not written down anywhere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Who do you check with when you are unsure?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Closed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Names the informal escalation path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What would you want the new system to refuse to let you do?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Surfaces constraints as the expert sees them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10.25 Interviews — worked example</dc:title>
  <dc:creator>Business Analyst Services</dc:creator>
  <cp:lastModifiedBy>Business Analyst Services</cp:lastModifiedBy>
</cp:coreProperties>
</file>