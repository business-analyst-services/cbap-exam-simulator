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21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10.27  Lessons Learned</a:t>
            </a:r>
          </a:p>
        </p:txBody>
      </p:sp>
      <p:sp>
        <p:nvSpPr>
          <p:cNvPr id="22" name="shape22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Planning, governance and tracking</a:t>
            </a:r>
          </a:p>
        </p:txBody>
      </p:sp>
      <p:sp>
        <p:nvSpPr>
          <p:cNvPr id="23" name="shape23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4" name="conn24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5" name="shape25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6" name="shape26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10.27</a:t>
            </a:r>
          </a:p>
        </p:txBody>
      </p:sp>
      <p:sp>
        <p:nvSpPr>
          <p:cNvPr id="27" name="shape27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28" name="shape28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Panels are fixed. An empty panel is a finding, not an omission.</a:t>
            </a:r>
          </a:p>
        </p:txBody>
      </p:sp>
      <p:sp>
        <p:nvSpPr>
          <p:cNvPr id="29" name="shape29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30" name="shape30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Assembles what worked, what did not and what should change, from the people who were there, while it is still recoverable.</a:t>
            </a:r>
          </a:p>
        </p:txBody>
      </p:sp>
      <p:sp>
        <p:nvSpPr>
          <p:cNvPr id="31" name="shape31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32" name="shape32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Lessons learned improves how the work is done next time; retrospective performance assessment of business analysis itself sits under task 3.5. The technique is the session, the task is the accountability.</a:t>
            </a:r>
          </a:p>
        </p:txBody>
      </p:sp>
      <p:sp>
        <p:nvSpPr>
          <p:cNvPr id="33" name="shape33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34" name="shape34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3.5 Identify Business Analysis Performance Improvements · 8.5 Recommend Actions to Increase Solution Value</a:t>
            </a:r>
          </a:p>
        </p:txBody>
      </p:sp>
      <p:sp>
        <p:nvSpPr>
          <p:cNvPr id="35" name="shape35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Lessons Learned — blank template</a:t>
            </a:r>
          </a:p>
        </p:txBody>
      </p:sp>
      <p:sp>
        <p:nvSpPr>
          <p:cNvPr id="36" name="shape36"/>
          <p:cNvSpPr/>
          <p:nvPr/>
        </p:nvSpPr>
        <p:spPr>
          <a:xfrm>
            <a:off x="3547872" y="1527048"/>
            <a:ext cx="2683154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WHAT WORKED</a:t>
            </a:r>
          </a:p>
          <a:p>
            <a:pPr algn="l"/>
            <a:endParaRPr lang="en-AU" sz="1100"/>
          </a:p>
        </p:txBody>
      </p:sp>
      <p:sp>
        <p:nvSpPr>
          <p:cNvPr id="37" name="shape37"/>
          <p:cNvSpPr/>
          <p:nvPr/>
        </p:nvSpPr>
        <p:spPr>
          <a:xfrm>
            <a:off x="6285890" y="1527048"/>
            <a:ext cx="2683154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WHAT DID NOT</a:t>
            </a:r>
          </a:p>
          <a:p>
            <a:pPr algn="l"/>
            <a:endParaRPr lang="en-AU" sz="1100"/>
          </a:p>
        </p:txBody>
      </p:sp>
      <p:sp>
        <p:nvSpPr>
          <p:cNvPr id="38" name="shape38"/>
          <p:cNvSpPr/>
          <p:nvPr/>
        </p:nvSpPr>
        <p:spPr>
          <a:xfrm>
            <a:off x="9023909" y="1527048"/>
            <a:ext cx="2683154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CHANGE NEXT TIME</a:t>
            </a:r>
          </a:p>
          <a:p>
            <a:pPr algn="l"/>
            <a:endParaRPr lang="en-AU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10.27 Lessons Learned — blank template</dc:title>
  <dc:creator>Business Analyst Services</dc:creator>
  <cp:lastModifiedBy>Business Analyst Services</cp:lastModifiedBy>
</cp:coreProperties>
</file>