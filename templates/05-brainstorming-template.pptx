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23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10.5  Brainstorming</a:t>
            </a:r>
          </a:p>
        </p:txBody>
      </p:sp>
      <p:sp>
        <p:nvSpPr>
          <p:cNvPr id="24" name="shape24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25" name="shape25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6" name="conn26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7" name="shape27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8" name="shape28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10.5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Record what can go wrong at each step underneath, not only the path where everything works.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32" name="shape32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Generates a wide field of ideas quickly by separating generation from judgement.</a:t>
            </a:r>
          </a:p>
        </p:txBody>
      </p:sp>
      <p:sp>
        <p:nvSpPr>
          <p:cNvPr id="33" name="shape33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4" name="shape34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Brainstorming diverges; decision analysis and prioritisation converge. If the scenario already has plenty of options and needs to pick one, brainstorming is the wrong tool no matter how collaborative the setting sounds.</a:t>
            </a:r>
          </a:p>
        </p:txBody>
      </p:sp>
      <p:sp>
        <p:nvSpPr>
          <p:cNvPr id="35" name="shape35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6" name="shape36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6.3 Assess Risks · 7.5 Define Design Options</a:t>
            </a:r>
          </a:p>
        </p:txBody>
      </p:sp>
      <p:sp>
        <p:nvSpPr>
          <p:cNvPr id="37" name="shape37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Brainstorming — blank template</a:t>
            </a:r>
          </a:p>
        </p:txBody>
      </p:sp>
      <p:sp>
        <p:nvSpPr>
          <p:cNvPr id="38" name="shape38"/>
          <p:cNvSpPr/>
          <p:nvPr/>
        </p:nvSpPr>
        <p:spPr>
          <a:xfrm>
            <a:off x="3520440" y="1499616"/>
            <a:ext cx="2603906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1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1</a:t>
            </a:r>
          </a:p>
        </p:txBody>
      </p:sp>
      <p:cxnSp>
        <p:nvCxnSpPr>
          <p:cNvPr id="39" name="conn39"/>
          <p:cNvCxnSpPr/>
          <p:nvPr/>
        </p:nvCxnSpPr>
        <p:spPr>
          <a:xfrm>
            <a:off x="6142634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40" name="shape40"/>
          <p:cNvSpPr/>
          <p:nvPr/>
        </p:nvSpPr>
        <p:spPr>
          <a:xfrm>
            <a:off x="6325514" y="1499616"/>
            <a:ext cx="2603906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2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2</a:t>
            </a:r>
          </a:p>
        </p:txBody>
      </p:sp>
      <p:cxnSp>
        <p:nvCxnSpPr>
          <p:cNvPr id="41" name="conn41"/>
          <p:cNvCxnSpPr/>
          <p:nvPr/>
        </p:nvCxnSpPr>
        <p:spPr>
          <a:xfrm>
            <a:off x="8947709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42" name="shape42"/>
          <p:cNvSpPr/>
          <p:nvPr/>
        </p:nvSpPr>
        <p:spPr>
          <a:xfrm>
            <a:off x="9130589" y="1499616"/>
            <a:ext cx="2603906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3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10.5 Brainstorming — blank template</dc:title>
  <dc:creator>Business Analyst Services</dc:creator>
  <cp:lastModifiedBy>Business Analyst Services</cp:lastModifiedBy>
</cp:coreProperties>
</file>