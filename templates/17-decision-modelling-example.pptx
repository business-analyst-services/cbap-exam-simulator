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10.17  Decision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10.17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Represents repeatable operational decisions and the logic behind them, so the same inputs always yield the same outcome.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a decision is made hundreds of times a day by different people and the inconsistency is the problem.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modelling documents a recurring operational decision; decision analysis supports a one-off strategic choice. Frequency is the tell.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6.1 Analyze Current State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Delegated authority, decided 400 times a day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Decision    2. Condition    3. Outcome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329184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May this application be determined under delegation?</a:t>
            </a:r>
          </a:p>
        </p:txBody>
      </p:sp>
      <p:sp>
        <p:nvSpPr>
          <p:cNvPr id="19" name="shape19"/>
          <p:cNvSpPr/>
          <p:nvPr/>
        </p:nvSpPr>
        <p:spPr>
          <a:xfrm>
            <a:off x="3904488" y="1874520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Objections received?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3776472" y="203911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1" name="shape21"/>
          <p:cNvSpPr/>
          <p:nvPr/>
        </p:nvSpPr>
        <p:spPr>
          <a:xfrm>
            <a:off x="4288536" y="2249424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Yes → refer to panel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160520" y="241401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288536" y="2624328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No → next test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4160520" y="27889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3904488" y="2999232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Variation exceeds 10%?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3776472" y="31638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4288536" y="3374136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Yes → refer to panel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4160520" y="35387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9" name="shape29"/>
          <p:cNvSpPr/>
          <p:nvPr/>
        </p:nvSpPr>
        <p:spPr>
          <a:xfrm>
            <a:off x="4288536" y="3749040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No → next test</a:t>
            </a:r>
          </a:p>
        </p:txBody>
      </p:sp>
      <p:cxnSp>
        <p:nvCxnSpPr>
          <p:cNvPr id="30" name="conn30"/>
          <p:cNvCxnSpPr/>
          <p:nvPr/>
        </p:nvCxnSpPr>
        <p:spPr>
          <a:xfrm>
            <a:off x="4160520" y="391363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1" name="shape31"/>
          <p:cNvSpPr/>
          <p:nvPr/>
        </p:nvSpPr>
        <p:spPr>
          <a:xfrm>
            <a:off x="3904488" y="4123944"/>
            <a:ext cx="7830007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Heritage overlay applies?</a:t>
            </a:r>
          </a:p>
        </p:txBody>
      </p:sp>
      <p:cxnSp>
        <p:nvCxnSpPr>
          <p:cNvPr id="32" name="conn32"/>
          <p:cNvCxnSpPr/>
          <p:nvPr/>
        </p:nvCxnSpPr>
        <p:spPr>
          <a:xfrm>
            <a:off x="3776472" y="428853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3" name="shape33"/>
          <p:cNvSpPr/>
          <p:nvPr/>
        </p:nvSpPr>
        <p:spPr>
          <a:xfrm>
            <a:off x="4288536" y="4498848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Yes → refer to panel</a:t>
            </a:r>
          </a:p>
        </p:txBody>
      </p:sp>
      <p:cxnSp>
        <p:nvCxnSpPr>
          <p:cNvPr id="34" name="conn34"/>
          <p:cNvCxnSpPr/>
          <p:nvPr/>
        </p:nvCxnSpPr>
        <p:spPr>
          <a:xfrm>
            <a:off x="4160520" y="466344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35" name="shape35"/>
          <p:cNvSpPr/>
          <p:nvPr/>
        </p:nvSpPr>
        <p:spPr>
          <a:xfrm>
            <a:off x="4288536" y="4873752"/>
            <a:ext cx="7445959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No → determine under delegation</a:t>
            </a:r>
          </a:p>
        </p:txBody>
      </p:sp>
      <p:cxnSp>
        <p:nvCxnSpPr>
          <p:cNvPr id="36" name="conn36"/>
          <p:cNvCxnSpPr/>
          <p:nvPr/>
        </p:nvCxnSpPr>
        <p:spPr>
          <a:xfrm>
            <a:off x="4160520" y="503834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10.17 Decision Modelling — worked example</dc:title>
  <dc:creator>Business Analyst Services</dc:creator>
  <cp:lastModifiedBy>Business Analyst Services</cp:lastModifiedBy>
</cp:coreProperties>
</file>