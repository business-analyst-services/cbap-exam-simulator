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18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10.31  Observation</a:t>
            </a:r>
          </a:p>
        </p:txBody>
      </p:sp>
      <p:sp>
        <p:nvSpPr>
          <p:cNvPr id="19" name="shape19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Elicitation and collaboration</a:t>
            </a:r>
          </a:p>
        </p:txBody>
      </p:sp>
      <p:sp>
        <p:nvSpPr>
          <p:cNvPr id="20" name="shape20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21" name="conn21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22" name="shape22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23" name="shape23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10.31</a:t>
            </a:r>
          </a:p>
        </p:txBody>
      </p:sp>
      <p:sp>
        <p:nvSpPr>
          <p:cNvPr id="24" name="shape24"/>
          <p:cNvSpPr/>
          <p:nvPr/>
        </p:nvSpPr>
        <p:spPr>
          <a:xfrm>
            <a:off x="457200" y="120700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250" b="1" dirty="0">
                <a:solidFill>
                  <a:srgbClr val="184F95"/>
                </a:solidFill>
                <a:latin typeface="Aptos"/>
              </a:rPr>
              <a:t>Observation — blank template</a:t>
            </a:r>
          </a:p>
        </p:txBody>
      </p:sp>
      <p:sp>
        <p:nvSpPr>
          <p:cNvPr id="25" name="shape25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One row per documented step.</a:t>
            </a:r>
          </a:p>
        </p:txBody>
      </p:sp>
      <p:graphicFrame>
        <p:nvGraphicFramePr>
          <p:cNvPr id="26" name="table26"/>
          <p:cNvGraphicFramePr>
            <a:graphicFrameLocks noGrp="1"/>
          </p:cNvGraphicFramePr>
          <p:nvPr/>
        </p:nvGraphicFramePr>
        <p:xfrm>
          <a:off x="457200" y="1700784"/>
          <a:ext cx="11277295" cy="3840480"/>
        </p:xfrm>
        <a:graphic>
          <a:graphicData uri="http://schemas.openxmlformats.org/drawingml/2006/table">
            <a:tbl>
              <a:tblPr firstRow="1" bandRow="1"/>
              <a:tblGrid>
                <a:gridCol w="2377440"/>
                <a:gridCol w="4449928"/>
                <a:gridCol w="4449928"/>
              </a:tblGrid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Documented step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Gap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10.31 Observation — blank template</dc:title>
  <dc:creator>Business Analyst Services</dc:creator>
  <cp:lastModifiedBy>Business Analyst Services</cp:lastModifiedBy>
</cp:coreProperties>
</file>