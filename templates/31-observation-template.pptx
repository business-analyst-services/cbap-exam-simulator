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18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10.31  Observation</a:t>
            </a:r>
          </a:p>
        </p:txBody>
      </p:sp>
      <p:sp>
        <p:nvSpPr>
          <p:cNvPr id="19" name="shape19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20" name="shape20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1" name="conn21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2" name="shape22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3" name="shape23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10.31</a:t>
            </a:r>
          </a:p>
        </p:txBody>
      </p:sp>
      <p:sp>
        <p:nvSpPr>
          <p:cNvPr id="24" name="shape24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One row per documented step.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Studies work as it is actually performed, rather than as it is described.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Observation elicits from the work itself; interviews elicit from the person. If the scenario stresses that the documented procedure is not being followed, the answer is almost always observation.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1" name="shape31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4.2 Conduct Elicitation · 6.1 Analyze Current State · 8.3 Assess Solution Limitations</a:t>
            </a:r>
          </a:p>
        </p:txBody>
      </p:sp>
      <p:sp>
        <p:nvSpPr>
          <p:cNvPr id="32" name="shape32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Observation — blank template</a:t>
            </a:r>
          </a:p>
        </p:txBody>
      </p:sp>
      <p:graphicFrame>
        <p:nvGraphicFramePr>
          <p:cNvPr id="33" name="table33"/>
          <p:cNvGraphicFramePr>
            <a:graphicFrameLocks noGrp="1"/>
          </p:cNvGraphicFramePr>
          <p:nvPr/>
        </p:nvGraphicFramePr>
        <p:xfrm>
          <a:off x="3520440" y="1499616"/>
          <a:ext cx="821405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Documented step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Observed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Gap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10.31 Observation — blank template</dc:title>
  <dc:creator>Business Analyst Services</dc:creator>
  <cp:lastModifiedBy>Business Analyst Services</cp:lastModifiedBy>
</cp:coreProperties>
</file>