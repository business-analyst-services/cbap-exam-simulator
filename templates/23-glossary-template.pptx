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10.23  Glossary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10.23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Glossary — blank template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term.</a:t>
            </a:r>
          </a:p>
        </p:txBody>
      </p:sp>
      <p:graphicFrame>
        <p:nvGraphicFramePr>
          <p:cNvPr id="27" name="table27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4449928"/>
                <a:gridCol w="444992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Agreed meaning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Used by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10.23 Glossary — blank template</dc:title>
  <dc:creator>Business Analyst Services</dc:creator>
  <cp:lastModifiedBy>Business Analyst Services</cp:lastModifiedBy>
</cp:coreProperties>
</file>