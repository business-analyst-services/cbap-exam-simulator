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10.23  Glossary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10.23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One row per term.</a:t>
            </a:r>
          </a:p>
        </p:txBody>
      </p:sp>
      <p:sp>
        <p:nvSpPr>
          <p:cNvPr id="27" name="shape27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Holds the agreed definition of business terms so that one word carries one meaning across the whole effort.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30" name="shape30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A glossary defines business terms; a data dictionary defines stored data elements. Concept modelling goes further and maps the relationships between the terms.</a:t>
            </a:r>
          </a:p>
        </p:txBody>
      </p:sp>
      <p:sp>
        <p:nvSpPr>
          <p:cNvPr id="31" name="shape31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32" name="shape32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7.1 Specify and Model Requirements · 3.4 Plan Business Analysis Information Management · 4.3 Confirm Elicitation Results</a:t>
            </a:r>
          </a:p>
        </p:txBody>
      </p:sp>
      <p:sp>
        <p:nvSpPr>
          <p:cNvPr id="33" name="shape33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Glossary — blank template</a:t>
            </a:r>
          </a:p>
        </p:txBody>
      </p:sp>
      <p:graphicFrame>
        <p:nvGraphicFramePr>
          <p:cNvPr id="34" name="table34"/>
          <p:cNvGraphicFramePr>
            <a:graphicFrameLocks noGrp="1"/>
          </p:cNvGraphicFramePr>
          <p:nvPr/>
        </p:nvGraphicFramePr>
        <p:xfrm>
          <a:off x="3520440" y="1499616"/>
          <a:ext cx="821405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2918308"/>
                <a:gridCol w="291830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Term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Agreed meaning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Used by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10.23 Glossary — blank template</dc:title>
  <dc:creator>Business Analyst Services</dc:creator>
  <cp:lastModifiedBy>Business Analyst Services</cp:lastModifiedBy>
</cp:coreProperties>
</file>