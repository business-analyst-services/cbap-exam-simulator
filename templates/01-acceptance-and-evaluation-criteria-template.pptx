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  Acceptance and Evaluation Criteria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Measurement and evaluation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Acceptance and Evaluation Criteria — blank template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purpose.</a:t>
            </a:r>
          </a:p>
        </p:txBody>
      </p:sp>
      <p:graphicFrame>
        <p:nvGraphicFramePr>
          <p:cNvPr id="27" name="table27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66618"/>
                <a:gridCol w="2966618"/>
                <a:gridCol w="296661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Form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 Acceptance and Evaluation Criteria — blank template</dc:title>
  <dc:creator>Business Analyst Services</dc:creator>
  <cp:lastModifiedBy>Business Analyst Services</cp:lastModifiedBy>
</cp:coreProperties>
</file>