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  Acceptance and Evaluation Criteria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Measurement and evaluation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One row per purpose.</a:t>
            </a:r>
          </a:p>
        </p:txBody>
      </p:sp>
      <p:sp>
        <p:nvSpPr>
          <p:cNvPr id="27" name="shape27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States the conditions a solution must meet to be accepted, and the measures used to judge one option against another.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Acceptance criteria are pass or fail and belong to a single requirement; evaluation criteria rank options against each other. An item that asks you to choose between suppliers wants evaluation, not acceptance.</a:t>
            </a:r>
          </a:p>
        </p:txBody>
      </p:sp>
      <p:sp>
        <p:nvSpPr>
          <p:cNvPr id="31" name="shape31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2" name="shape32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7.3 Validate Requirements · 8.1 Measure Solution Performance · 5.3 Prioritize Requirements</a:t>
            </a:r>
          </a:p>
        </p:txBody>
      </p:sp>
      <p:sp>
        <p:nvSpPr>
          <p:cNvPr id="33" name="shape33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Acceptance and Evaluation Criteria — blank template</a:t>
            </a:r>
          </a:p>
        </p:txBody>
      </p:sp>
      <p:graphicFrame>
        <p:nvGraphicFramePr>
          <p:cNvPr id="34" name="table34"/>
          <p:cNvGraphicFramePr>
            <a:graphicFrameLocks noGrp="1"/>
          </p:cNvGraphicFramePr>
          <p:nvPr/>
        </p:nvGraphicFramePr>
        <p:xfrm>
          <a:off x="3520440" y="1499616"/>
          <a:ext cx="821405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1945538"/>
                <a:gridCol w="1945538"/>
                <a:gridCol w="194553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Purpose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Example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 Acceptance and Evaluation Criteria — blank template</dc:title>
  <dc:creator>Business Analyst Services</dc:creator>
  <cp:lastModifiedBy>Business Analyst Services</cp:lastModifiedBy>
</cp:coreProperties>
</file>