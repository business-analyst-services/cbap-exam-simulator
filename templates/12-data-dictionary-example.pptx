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10.12  Data Dictionary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10.12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Records the standard definition of each data element: its meaning, format, allowed values and composition.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data is being exchanged or migrated and the arguments are about what a field actually holds.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data dictionary defines elements; a glossary defines business terms. If the disputed word is a business concept rather than a stored field, the answer is glossary.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3.4 Plan Business Analysis Information Management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Policy start date, defined at element level for the migration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Reconciliation failed because one name carried two events. The target splits them.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192024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459154"/>
                <a:gridCol w="1459154"/>
                <a:gridCol w="1459154"/>
                <a:gridCol w="1459154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Element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Set by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Permitted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Mandatory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policy_start_date (System A)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Underwriting decision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Not future-dated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policy_start_date (System B)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Cover commencement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0–30 days after underwriting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underwritten_on (target)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Underwriting decision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Not future-dated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cover_from (target)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Cover commencement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≥ underwritten_on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10.12 Data Dictionary — worked example</dc:title>
  <dc:creator>Business Analyst Services</dc:creator>
  <cp:lastModifiedBy>Business Analyst Services</cp:lastModifiedBy>
</cp:coreProperties>
</file>