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25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10.10  Collaborative Games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7" name="shape27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8" name="conn28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9" name="shape29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0" name="shape30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10.10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2" name="shape32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Record what can go wrong at each step underneath, not only the path where everything works.</a:t>
            </a:r>
          </a:p>
        </p:txBody>
      </p:sp>
      <p:sp>
        <p:nvSpPr>
          <p:cNvPr id="33" name="shape33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34" name="shape34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Uses a structured, playful exercise to surface assumptions and shared understanding that direct questioning does not reach.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6" name="shape36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collaborative game is a device used inside a session; the workshop is the session. If the item turns on planning, facilitating or closing the event, it is workshops.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8" name="shape38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4.2 Conduct Elicitation · 4.5 Manage Stakeholder Collaboration</a:t>
            </a:r>
          </a:p>
        </p:txBody>
      </p:sp>
      <p:sp>
        <p:nvSpPr>
          <p:cNvPr id="39" name="shape39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Collaborative Games — blank template</a:t>
            </a:r>
          </a:p>
        </p:txBody>
      </p:sp>
      <p:sp>
        <p:nvSpPr>
          <p:cNvPr id="40" name="shape40"/>
          <p:cNvSpPr/>
          <p:nvPr/>
        </p:nvSpPr>
        <p:spPr>
          <a:xfrm>
            <a:off x="3520440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SET UP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1</a:t>
            </a:r>
          </a:p>
        </p:txBody>
      </p:sp>
      <p:cxnSp>
        <p:nvCxnSpPr>
          <p:cNvPr id="41" name="conn41"/>
          <p:cNvCxnSpPr/>
          <p:nvPr/>
        </p:nvCxnSpPr>
        <p:spPr>
          <a:xfrm>
            <a:off x="5441366" y="2185416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2" name="shape42"/>
          <p:cNvSpPr/>
          <p:nvPr/>
        </p:nvSpPr>
        <p:spPr>
          <a:xfrm>
            <a:off x="5624246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PLAY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2</a:t>
            </a:r>
          </a:p>
        </p:txBody>
      </p:sp>
      <p:cxnSp>
        <p:nvCxnSpPr>
          <p:cNvPr id="43" name="conn43"/>
          <p:cNvCxnSpPr/>
          <p:nvPr/>
        </p:nvCxnSpPr>
        <p:spPr>
          <a:xfrm>
            <a:off x="7545172" y="2185416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4" name="shape44"/>
          <p:cNvSpPr/>
          <p:nvPr/>
        </p:nvSpPr>
        <p:spPr>
          <a:xfrm>
            <a:off x="7728052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CLUSTER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3</a:t>
            </a:r>
          </a:p>
        </p:txBody>
      </p:sp>
      <p:cxnSp>
        <p:nvCxnSpPr>
          <p:cNvPr id="45" name="conn45"/>
          <p:cNvCxnSpPr/>
          <p:nvPr/>
        </p:nvCxnSpPr>
        <p:spPr>
          <a:xfrm>
            <a:off x="9648977" y="2185416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6" name="shape46"/>
          <p:cNvSpPr/>
          <p:nvPr/>
        </p:nvSpPr>
        <p:spPr>
          <a:xfrm>
            <a:off x="9831857" y="1499616"/>
            <a:ext cx="190263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DEBRIEF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10.10 Collaborative Games — blank template</dc:title>
  <dc:creator>Business Analyst Services</dc:creator>
  <cp:lastModifiedBy>Business Analyst Services</cp:lastModifiedBy>
</cp:coreProperties>
</file>