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25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10.10  Collaborative Games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7" name="shape27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9" name="shape29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0" name="shape30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10.10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Collaborative Games — blank template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Record what can go wrong at each step underneath, not only the path where everything works.</a:t>
            </a:r>
          </a:p>
        </p:txBody>
      </p:sp>
      <p:sp>
        <p:nvSpPr>
          <p:cNvPr id="33" name="shape33"/>
          <p:cNvSpPr/>
          <p:nvPr/>
        </p:nvSpPr>
        <p:spPr>
          <a:xfrm>
            <a:off x="457200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SET UP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1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3143936" y="2386584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35" name="shape35"/>
          <p:cNvSpPr/>
          <p:nvPr/>
        </p:nvSpPr>
        <p:spPr>
          <a:xfrm>
            <a:off x="3326816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PLAY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2</a:t>
            </a:r>
          </a:p>
        </p:txBody>
      </p:sp>
      <p:cxnSp>
        <p:nvCxnSpPr>
          <p:cNvPr id="36" name="conn36"/>
          <p:cNvCxnSpPr/>
          <p:nvPr/>
        </p:nvCxnSpPr>
        <p:spPr>
          <a:xfrm>
            <a:off x="6013552" y="2386584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37" name="shape37"/>
          <p:cNvSpPr/>
          <p:nvPr/>
        </p:nvSpPr>
        <p:spPr>
          <a:xfrm>
            <a:off x="6196432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CLUSTER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3</a:t>
            </a:r>
          </a:p>
        </p:txBody>
      </p:sp>
      <p:cxnSp>
        <p:nvCxnSpPr>
          <p:cNvPr id="38" name="conn38"/>
          <p:cNvCxnSpPr/>
          <p:nvPr/>
        </p:nvCxnSpPr>
        <p:spPr>
          <a:xfrm>
            <a:off x="8883167" y="2386584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39" name="shape39"/>
          <p:cNvSpPr/>
          <p:nvPr/>
        </p:nvSpPr>
        <p:spPr>
          <a:xfrm>
            <a:off x="9066047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DEBRIEF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10.10 Collaborative Games — blank template</dc:title>
  <dc:creator>Business Analyst Services</dc:creator>
  <cp:lastModifiedBy>Business Analyst Services</cp:lastModifiedBy>
</cp:coreProperties>
</file>