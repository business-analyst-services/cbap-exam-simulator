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10.9  Business Rules Analysis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10.9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rule.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Draws out the rules that constrain or guide behaviour and states them so they can be governed and changed independently of the process that applies them.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rule is a constraint on behaviour; a requirement is something the solution must do. Items where a policy is being restated as a system function are testing whether you keep the rule separate from the process that invokes it.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 · 7.4 Define Requirements Architecture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Business Rules Analysis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Rule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Statement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Last changed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10.9 Business Rules Analysis — blank template</dc:title>
  <dc:creator>Business Analyst Services</dc:creator>
  <cp:lastModifiedBy>Business Analyst Services</cp:lastModifiedBy>
</cp:coreProperties>
</file>