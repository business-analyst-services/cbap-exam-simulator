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10.9  Business Rules Analysis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10.9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Business Rules Analysis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rule.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966618"/>
                <a:gridCol w="2966618"/>
                <a:gridCol w="296661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Rule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Statement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Last changed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10.9 Business Rules Analysis — blank template</dc:title>
  <dc:creator>Business Analyst Services</dc:creator>
  <cp:lastModifiedBy>Business Analyst Services</cp:lastModifiedBy>
</cp:coreProperties>
</file>