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10.22  Functional Decomposition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10.22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Breaks a large function, scope or problem into constituent parts small enough to estimate, assign or analyse.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something is too big to reason about whole, and the parts are genuinely separable.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Decomposition breaks work down for analysis; a work breakdown structure schedules delivery. Producing one to satisfy a project manager is the classic doing-project-management trap.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3.1 Plan Business Analysis Approach · 6.2 Define Future State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The grant lifecycle, broken down far enough to estimate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1280160"/>
            <a:ext cx="821405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Function    2. Sub-function    3. Component</a:t>
            </a:r>
          </a:p>
        </p:txBody>
      </p:sp>
      <p:sp>
        <p:nvSpPr>
          <p:cNvPr id="18" name="shape18"/>
          <p:cNvSpPr/>
          <p:nvPr/>
        </p:nvSpPr>
        <p:spPr>
          <a:xfrm>
            <a:off x="3520440" y="1499616"/>
            <a:ext cx="8214055" cy="222069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Manage the grant lifecycle</a:t>
            </a:r>
          </a:p>
        </p:txBody>
      </p:sp>
      <p:sp>
        <p:nvSpPr>
          <p:cNvPr id="19" name="shape19"/>
          <p:cNvSpPr/>
          <p:nvPr/>
        </p:nvSpPr>
        <p:spPr>
          <a:xfrm>
            <a:off x="3904488" y="1767405"/>
            <a:ext cx="7830007" cy="2220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Open a round</a:t>
            </a:r>
          </a:p>
        </p:txBody>
      </p:sp>
      <p:cxnSp>
        <p:nvCxnSpPr>
          <p:cNvPr id="20" name="conn20"/>
          <p:cNvCxnSpPr/>
          <p:nvPr/>
        </p:nvCxnSpPr>
        <p:spPr>
          <a:xfrm>
            <a:off x="3776472" y="1878439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1" name="shape21"/>
          <p:cNvSpPr/>
          <p:nvPr/>
        </p:nvSpPr>
        <p:spPr>
          <a:xfrm>
            <a:off x="4288536" y="2035193"/>
            <a:ext cx="7445959" cy="2220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Publish guidelines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160520" y="2146227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288536" y="2302982"/>
            <a:ext cx="7445959" cy="2220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Configure eligibility</a:t>
            </a:r>
          </a:p>
        </p:txBody>
      </p:sp>
      <p:cxnSp>
        <p:nvCxnSpPr>
          <p:cNvPr id="24" name="conn24"/>
          <p:cNvCxnSpPr/>
          <p:nvPr/>
        </p:nvCxnSpPr>
        <p:spPr>
          <a:xfrm>
            <a:off x="4160520" y="241401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5" name="shape25"/>
          <p:cNvSpPr/>
          <p:nvPr/>
        </p:nvSpPr>
        <p:spPr>
          <a:xfrm>
            <a:off x="3904488" y="2570770"/>
            <a:ext cx="7830007" cy="2220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Assess applications</a:t>
            </a:r>
          </a:p>
        </p:txBody>
      </p:sp>
      <p:cxnSp>
        <p:nvCxnSpPr>
          <p:cNvPr id="26" name="conn26"/>
          <p:cNvCxnSpPr/>
          <p:nvPr/>
        </p:nvCxnSpPr>
        <p:spPr>
          <a:xfrm>
            <a:off x="3776472" y="2681805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7" name="shape27"/>
          <p:cNvSpPr/>
          <p:nvPr/>
        </p:nvSpPr>
        <p:spPr>
          <a:xfrm>
            <a:off x="4288536" y="2838559"/>
            <a:ext cx="7445959" cy="2220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Screen eligibility</a:t>
            </a:r>
          </a:p>
        </p:txBody>
      </p:sp>
      <p:cxnSp>
        <p:nvCxnSpPr>
          <p:cNvPr id="28" name="conn28"/>
          <p:cNvCxnSpPr/>
          <p:nvPr/>
        </p:nvCxnSpPr>
        <p:spPr>
          <a:xfrm>
            <a:off x="4160520" y="2949593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9" name="shape29"/>
          <p:cNvSpPr/>
          <p:nvPr/>
        </p:nvSpPr>
        <p:spPr>
          <a:xfrm>
            <a:off x="4288536" y="3106347"/>
            <a:ext cx="7445959" cy="2220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Score against criteria</a:t>
            </a:r>
          </a:p>
        </p:txBody>
      </p:sp>
      <p:cxnSp>
        <p:nvCxnSpPr>
          <p:cNvPr id="30" name="conn30"/>
          <p:cNvCxnSpPr/>
          <p:nvPr/>
        </p:nvCxnSpPr>
        <p:spPr>
          <a:xfrm>
            <a:off x="4160520" y="321738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1" name="shape31"/>
          <p:cNvSpPr/>
          <p:nvPr/>
        </p:nvSpPr>
        <p:spPr>
          <a:xfrm>
            <a:off x="4288536" y="3374136"/>
            <a:ext cx="7445959" cy="2220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Moderate scores</a:t>
            </a:r>
          </a:p>
        </p:txBody>
      </p:sp>
      <p:cxnSp>
        <p:nvCxnSpPr>
          <p:cNvPr id="32" name="conn32"/>
          <p:cNvCxnSpPr/>
          <p:nvPr/>
        </p:nvCxnSpPr>
        <p:spPr>
          <a:xfrm>
            <a:off x="4160520" y="348517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3" name="shape33"/>
          <p:cNvSpPr/>
          <p:nvPr/>
        </p:nvSpPr>
        <p:spPr>
          <a:xfrm>
            <a:off x="3904488" y="3641925"/>
            <a:ext cx="7830007" cy="2220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Award and contract</a:t>
            </a:r>
          </a:p>
        </p:txBody>
      </p:sp>
      <p:cxnSp>
        <p:nvCxnSpPr>
          <p:cNvPr id="34" name="conn34"/>
          <p:cNvCxnSpPr/>
          <p:nvPr/>
        </p:nvCxnSpPr>
        <p:spPr>
          <a:xfrm>
            <a:off x="3776472" y="3752959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5" name="shape35"/>
          <p:cNvSpPr/>
          <p:nvPr/>
        </p:nvSpPr>
        <p:spPr>
          <a:xfrm>
            <a:off x="4288536" y="3909713"/>
            <a:ext cx="7445959" cy="2220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Approve</a:t>
            </a:r>
          </a:p>
        </p:txBody>
      </p:sp>
      <p:cxnSp>
        <p:nvCxnSpPr>
          <p:cNvPr id="36" name="conn36"/>
          <p:cNvCxnSpPr/>
          <p:nvPr/>
        </p:nvCxnSpPr>
        <p:spPr>
          <a:xfrm>
            <a:off x="4160520" y="4020747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7" name="shape37"/>
          <p:cNvSpPr/>
          <p:nvPr/>
        </p:nvSpPr>
        <p:spPr>
          <a:xfrm>
            <a:off x="4288536" y="4177502"/>
            <a:ext cx="7445959" cy="2220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Generate agreement</a:t>
            </a:r>
          </a:p>
        </p:txBody>
      </p:sp>
      <p:cxnSp>
        <p:nvCxnSpPr>
          <p:cNvPr id="38" name="conn38"/>
          <p:cNvCxnSpPr/>
          <p:nvPr/>
        </p:nvCxnSpPr>
        <p:spPr>
          <a:xfrm>
            <a:off x="4160520" y="428853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9" name="shape39"/>
          <p:cNvSpPr/>
          <p:nvPr/>
        </p:nvSpPr>
        <p:spPr>
          <a:xfrm>
            <a:off x="3904488" y="4445290"/>
            <a:ext cx="7830007" cy="2220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Acquit</a:t>
            </a:r>
          </a:p>
        </p:txBody>
      </p:sp>
      <p:cxnSp>
        <p:nvCxnSpPr>
          <p:cNvPr id="40" name="conn40"/>
          <p:cNvCxnSpPr/>
          <p:nvPr/>
        </p:nvCxnSpPr>
        <p:spPr>
          <a:xfrm>
            <a:off x="3776472" y="4556325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41" name="shape41"/>
          <p:cNvSpPr/>
          <p:nvPr/>
        </p:nvSpPr>
        <p:spPr>
          <a:xfrm>
            <a:off x="4288536" y="4713079"/>
            <a:ext cx="7445959" cy="2220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Collect reports</a:t>
            </a:r>
          </a:p>
        </p:txBody>
      </p:sp>
      <p:cxnSp>
        <p:nvCxnSpPr>
          <p:cNvPr id="42" name="conn42"/>
          <p:cNvCxnSpPr/>
          <p:nvPr/>
        </p:nvCxnSpPr>
        <p:spPr>
          <a:xfrm>
            <a:off x="4160520" y="4824113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43" name="shape43"/>
          <p:cNvSpPr/>
          <p:nvPr/>
        </p:nvSpPr>
        <p:spPr>
          <a:xfrm>
            <a:off x="4288536" y="4980867"/>
            <a:ext cx="7445959" cy="2220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Reconcile spend</a:t>
            </a:r>
          </a:p>
        </p:txBody>
      </p:sp>
      <p:cxnSp>
        <p:nvCxnSpPr>
          <p:cNvPr id="44" name="conn44"/>
          <p:cNvCxnSpPr/>
          <p:nvPr/>
        </p:nvCxnSpPr>
        <p:spPr>
          <a:xfrm>
            <a:off x="4160520" y="509190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10.22 Functional Decomposition — worked example</dc:title>
  <dc:creator>Business Analyst Services</dc:creator>
  <cp:lastModifiedBy>Business Analyst Services</cp:lastModifiedBy>
</cp:coreProperties>
</file>