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18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10.21  Focus Groups</a:t>
            </a:r>
          </a:p>
        </p:txBody>
      </p:sp>
      <p:sp>
        <p:nvSpPr>
          <p:cNvPr id="19" name="shape19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Elicitation and collaboration</a:t>
            </a:r>
          </a:p>
        </p:txBody>
      </p:sp>
      <p:sp>
        <p:nvSpPr>
          <p:cNvPr id="20" name="shape20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1" name="conn21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2" name="shape22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3" name="shape23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10.21</a:t>
            </a:r>
          </a:p>
        </p:txBody>
      </p:sp>
      <p:sp>
        <p:nvSpPr>
          <p:cNvPr id="24" name="shape24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Focus Groups — blank template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group.</a:t>
            </a:r>
          </a:p>
        </p:txBody>
      </p:sp>
      <p:graphicFrame>
        <p:nvGraphicFramePr>
          <p:cNvPr id="26" name="table26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4449928"/>
                <a:gridCol w="444992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Group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Who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What emerged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10.21 Focus Groups — blank template</dc:title>
  <dc:creator>Business Analyst Services</dc:creator>
  <cp:lastModifiedBy>Business Analyst Services</cp:lastModifiedBy>
</cp:coreProperties>
</file>