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1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10.21  Focus Groups</a:t>
            </a:r>
          </a:p>
        </p:txBody>
      </p:sp>
      <p:sp>
        <p:nvSpPr>
          <p:cNvPr id="19" name="shape1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0" name="shape2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2" name="shape2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3" name="shape2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10.21</a:t>
            </a:r>
          </a:p>
        </p:txBody>
      </p:sp>
      <p:sp>
        <p:nvSpPr>
          <p:cNvPr id="24" name="shape24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group.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Draws attitudes and reactions from a selected group in a moderated discussion, using the interaction between participants as part of the data.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focus group gathers opinion; a workshop produces a work product. If the session is meant to end with a decision or a signed-off model, it is a workshop.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1" name="shape31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8.1 Measure Solution Performance</a:t>
            </a:r>
          </a:p>
        </p:txBody>
      </p:sp>
      <p:sp>
        <p:nvSpPr>
          <p:cNvPr id="32" name="shape32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Focus Groups — blank template</a:t>
            </a:r>
          </a:p>
        </p:txBody>
      </p:sp>
      <p:graphicFrame>
        <p:nvGraphicFramePr>
          <p:cNvPr id="33" name="table33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Group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Who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What emerged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10.21 Focus Groups — blank template</dc:title>
  <dc:creator>Business Analyst Services</dc:creator>
  <cp:lastModifiedBy>Business Analyst Services</cp:lastModifiedBy>
</cp:coreProperties>
</file>