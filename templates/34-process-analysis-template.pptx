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1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10.34  Process Analysis</a:t>
            </a:r>
          </a:p>
        </p:txBody>
      </p:sp>
      <p:sp>
        <p:nvSpPr>
          <p:cNvPr id="20" name="shape2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Strategy and discovery</a:t>
            </a:r>
          </a:p>
        </p:txBody>
      </p:sp>
      <p:sp>
        <p:nvSpPr>
          <p:cNvPr id="21" name="shape2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4" name="shape2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10.34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One row per step.</a:t>
            </a:r>
          </a:p>
        </p:txBody>
      </p:sp>
      <p:sp>
        <p:nvSpPr>
          <p:cNvPr id="27" name="shape27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Examines an existing process for waste, delay, variation and gaps against its intended outcome, and identifies where improvement is available.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Process analysis evaluates a process; process modelling depicts it. If the scenario has no model yet, you cannot analyse it, which is why the ordering matters in exam items.</a:t>
            </a:r>
          </a:p>
        </p:txBody>
      </p:sp>
      <p:sp>
        <p:nvSpPr>
          <p:cNvPr id="31" name="shape31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32" name="shape32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6.1 Analyze Current State · 8.5 Recommend Actions to Increase Solution Value · 8.3 Assess Solution Limitations</a:t>
            </a:r>
          </a:p>
        </p:txBody>
      </p:sp>
      <p:sp>
        <p:nvSpPr>
          <p:cNvPr id="33" name="shape33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Process Analysis — blank template</a:t>
            </a:r>
          </a:p>
        </p:txBody>
      </p:sp>
      <p:graphicFrame>
        <p:nvGraphicFramePr>
          <p:cNvPr id="34" name="table34"/>
          <p:cNvGraphicFramePr>
            <a:graphicFrameLocks noGrp="1"/>
          </p:cNvGraphicFramePr>
          <p:nvPr/>
        </p:nvGraphicFramePr>
        <p:xfrm>
          <a:off x="3520440" y="1499616"/>
          <a:ext cx="821405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945538"/>
                <a:gridCol w="1945538"/>
                <a:gridCol w="194553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Step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Elapsed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Touch time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Verdict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10.34 Process Analysis — blank template</dc:title>
  <dc:creator>Business Analyst Services</dc:creator>
  <cp:lastModifiedBy>Business Analyst Services</cp:lastModifiedBy>
</cp:coreProperties>
</file>