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10.15  Data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10.15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the entities an organisation holds information about, their attributes and the relationships between them.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solution has to store or exchange information and the structure, cardinality and ownership of that information are in question.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modelling structures information for a solution; concept modelling settles what the business means by a term. The give-away for data modelling is cardinality: one-to-many, optionality, keys.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7.4 Define Requirements Architecture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Family portal — the relationships the prose could not state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Shared care is 2 households per child. A guardian need not be a parent.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2304288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From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Relationship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Child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attends 1..* 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Centre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Child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belongs to 1..2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Household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Guardian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acts for 0..*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Child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Parent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is 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Guardian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Household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has 1..*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Guardian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10.15 Data Modelling — worked example</dc:title>
  <dc:creator>Business Analyst Services</dc:creator>
  <cp:lastModifiedBy>Business Analyst Services</cp:lastModifiedBy>
</cp:coreProperties>
</file>