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10.21  Focus Groups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10.21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Draws attitudes and reactions from a selected group in a moderated discussion, using the interaction between participants as part of the data.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you want to know how people feel about something and why, and when hearing them disagree with each other is informative.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focus group gathers opinion; a workshop produces a work product. If the session is meant to end with a decision or a signed-off model, it is a workshop.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4.2 Conduct Elicitation · 8.1 Measure Solution Performance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Three groups on the redesigned rates notice</a:t>
            </a:r>
          </a:p>
        </p:txBody>
      </p:sp>
      <p:graphicFrame>
        <p:nvGraphicFramePr>
          <p:cNvPr id="17" name="table17"/>
          <p:cNvGraphicFramePr>
            <a:graphicFrameLocks noGrp="1"/>
          </p:cNvGraphicFramePr>
          <p:nvPr/>
        </p:nvGraphicFramePr>
        <p:xfrm>
          <a:off x="3520440" y="1499616"/>
          <a:ext cx="8214055" cy="1536192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Group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Who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What emerged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8 ratepayers on instalments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Due dates matter more than the total; layout was never the complaint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6 pensioners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Concession line must be visible without reading further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7 agents acting for owners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Want the property reference top-right, opposite what group A preferred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10.21 Focus Groups — worked example</dc:title>
  <dc:creator>Business Analyst Services</dc:creator>
  <cp:lastModifiedBy>Business Analyst Services</cp:lastModifiedBy>
</cp:coreProperties>
</file>