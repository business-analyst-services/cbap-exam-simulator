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10.24  Interface Analysis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10.24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interface.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Identifies the boundaries between the solution and everything it touches, and specifies what crosses each one.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Interface analysis defines what crosses a boundary; scope modelling defines where the boundary is. Scope first, interfaces second.</a:t>
            </a:r>
          </a:p>
        </p:txBody>
      </p:sp>
      <p:sp>
        <p:nvSpPr>
          <p:cNvPr id="31" name="shape31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2" name="shape32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7.4 Define Requirements Architecture · 6.2 Define Future State</a:t>
            </a:r>
          </a:p>
        </p:txBody>
      </p:sp>
      <p:sp>
        <p:nvSpPr>
          <p:cNvPr id="33" name="shape33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Interface Analysis — blank template</a:t>
            </a:r>
          </a:p>
        </p:txBody>
      </p:sp>
      <p:graphicFrame>
        <p:nvGraphicFramePr>
          <p:cNvPr id="34" name="table34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1945538"/>
                <a:gridCol w="1945538"/>
                <a:gridCol w="194553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Interface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Direction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Carries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10.24 Interface Analysis — blank template</dc:title>
  <dc:creator>Business Analyst Services</dc:creator>
  <cp:lastModifiedBy>Business Analyst Services</cp:lastModifiedBy>
</cp:coreProperties>
</file>