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10.36  Prototyping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10.36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Makes an early, partial version of the solution so stakeholders can react to something concrete instead of describing something abstract.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requirements are unclear because people cannot picture the outcome, or when a technical assumption needs testing before commitment.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prototype elicits and validates; it is not the solution and not a design specification. Items where the prototype quietly becomes the build are testing whether you know the difference between throwaway and evolutionary intent.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7.5 Define Design Options · 7.3 Validate Requirements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Claims intake screen, three rounds in nine days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1499616"/>
            <a:ext cx="190263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1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Paper sketch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Field order disputed by 4 of 6 assessors</a:t>
            </a:r>
          </a:p>
        </p:txBody>
      </p:sp>
      <p:cxnSp>
        <p:nvCxnSpPr>
          <p:cNvPr id="18" name="conn18"/>
          <p:cNvCxnSpPr/>
          <p:nvPr/>
        </p:nvCxnSpPr>
        <p:spPr>
          <a:xfrm>
            <a:off x="5441366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19" name="shape19"/>
          <p:cNvSpPr/>
          <p:nvPr/>
        </p:nvSpPr>
        <p:spPr>
          <a:xfrm>
            <a:off x="5624246" y="1499616"/>
            <a:ext cx="190263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2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Clickable, 1 screen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Reveals the missing duplicate-claim check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7545172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1" name="shape21"/>
          <p:cNvSpPr/>
          <p:nvPr/>
        </p:nvSpPr>
        <p:spPr>
          <a:xfrm>
            <a:off x="7728052" y="1499616"/>
            <a:ext cx="190263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3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Clickable, 4 screens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Agreed; requirements written from it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9648977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3" name="shape23"/>
          <p:cNvSpPr/>
          <p:nvPr/>
        </p:nvSpPr>
        <p:spPr>
          <a:xfrm>
            <a:off x="9831857" y="1499616"/>
            <a:ext cx="190263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THEN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Discarded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No error handling, no security model, no tests</a:t>
            </a:r>
          </a:p>
        </p:txBody>
      </p:sp>
      <p:sp>
        <p:nvSpPr>
          <p:cNvPr id="24" name="shape24"/>
          <p:cNvSpPr/>
          <p:nvPr/>
        </p:nvSpPr>
        <p:spPr>
          <a:xfrm>
            <a:off x="3520440" y="3017520"/>
            <a:ext cx="821405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↳ Discarded — — throwaway by intent. Deciding to extend it later is a different decision, made once.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10.36 Prototyping — worked example</dc:title>
  <dc:creator>Business Analyst Services</dc:creator>
  <cp:lastModifiedBy>Business Analyst Services</cp:lastModifiedBy>
</cp:coreProperties>
</file>