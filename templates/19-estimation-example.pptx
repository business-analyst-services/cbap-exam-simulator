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10.19  Estimation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Valuation and decision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10.19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Produces a forecast of cost, effort, duration or value, together with the confidence and assumptions attached to it.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a decision needs a number that does not yet exist, and the honest answer is a range rather than a point.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Estimation forecasts an unknown; financial analysis works on figures you already have. An item that hands you cash flows and asks what they are worth is financial analysis.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3.1 Plan Business Analysis Approach · 5.3 Prioritize Requirements · 6.4 Define Change Strategy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Claims replacement analysis effort, three-point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Expected = (O + 4M + P) / 6. Reporting the 102 understates by 13 days and hides a range of 75 to 208.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2304288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459154"/>
                <a:gridCol w="1459154"/>
                <a:gridCol w="1459154"/>
                <a:gridCol w="1459154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Optimistic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Likely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Pessimistic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Expected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Rules engine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90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50.0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Interfaces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26.7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Reporting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12.7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Migration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25.8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Total (days)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208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115.2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10.19 Estimation — worked example</dc:title>
  <dc:creator>Business Analyst Services</dc:creator>
  <cp:lastModifiedBy>Business Analyst Services</cp:lastModifiedBy>
</cp:coreProperties>
</file>